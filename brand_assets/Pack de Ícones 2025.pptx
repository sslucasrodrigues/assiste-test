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6" r:id="rId5"/>
    <p:sldMasterId id="2147483695" r:id="rId6"/>
    <p:sldMasterId id="2147483709" r:id="rId7"/>
    <p:sldMasterId id="2147483719" r:id="rId8"/>
    <p:sldMasterId id="2147483724" r:id="rId9"/>
  </p:sldMasterIdLst>
  <p:sldIdLst>
    <p:sldId id="2002" r:id="rId10"/>
    <p:sldId id="2003" r:id="rId11"/>
    <p:sldId id="2004" r:id="rId12"/>
    <p:sldId id="2005" r:id="rId13"/>
    <p:sldId id="2006" r:id="rId14"/>
    <p:sldId id="2007" r:id="rId15"/>
    <p:sldId id="2008" r:id="rId16"/>
    <p:sldId id="2009" r:id="rId17"/>
    <p:sldId id="2010" r:id="rId18"/>
    <p:sldId id="2011" r:id="rId19"/>
    <p:sldId id="2012" r:id="rId20"/>
    <p:sldId id="2013" r:id="rId21"/>
    <p:sldId id="2014" r:id="rId22"/>
    <p:sldId id="2015" r:id="rId23"/>
    <p:sldId id="2016" r:id="rId24"/>
    <p:sldId id="2017" r:id="rId25"/>
    <p:sldId id="2018" r:id="rId26"/>
    <p:sldId id="2019" r:id="rId27"/>
    <p:sldId id="2020" r:id="rId28"/>
    <p:sldId id="2021" r:id="rId29"/>
    <p:sldId id="2022" r:id="rId30"/>
    <p:sldId id="2023" r:id="rId31"/>
    <p:sldId id="2024" r:id="rId32"/>
    <p:sldId id="2025" r:id="rId33"/>
    <p:sldId id="2026" r:id="rId34"/>
    <p:sldId id="2027" r:id="rId35"/>
    <p:sldId id="2028" r:id="rId36"/>
    <p:sldId id="2029" r:id="rId37"/>
    <p:sldId id="2030" r:id="rId38"/>
    <p:sldId id="2031" r:id="rId39"/>
    <p:sldId id="2032" r:id="rId40"/>
    <p:sldId id="2033" r:id="rId41"/>
    <p:sldId id="2034" r:id="rId42"/>
    <p:sldId id="2035" r:id="rId43"/>
    <p:sldId id="2036" r:id="rId44"/>
    <p:sldId id="2037" r:id="rId45"/>
    <p:sldId id="2038" r:id="rId46"/>
    <p:sldId id="2039" r:id="rId47"/>
    <p:sldId id="2040" r:id="rId48"/>
    <p:sldId id="2041" r:id="rId49"/>
    <p:sldId id="2042" r:id="rId50"/>
    <p:sldId id="2043" r:id="rId51"/>
    <p:sldId id="2044" r:id="rId5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27"/>
    <a:srgbClr val="F9F9F9"/>
    <a:srgbClr val="1722DC"/>
    <a:srgbClr val="1E4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A3932-AD27-C847-9350-3456055A2CA5}" v="1" dt="2025-01-15T13:45:31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8"/>
  </p:normalViewPr>
  <p:slideViewPr>
    <p:cSldViewPr snapToGrid="0">
      <p:cViewPr varScale="1">
        <p:scale>
          <a:sx n="105" d="100"/>
          <a:sy n="105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microsoft.com/office/2015/10/relationships/revisionInfo" Target="revisionInfo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apresentaçã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462BE07-F5D5-0E4B-9C19-8E499A65E48D}"/>
              </a:ext>
            </a:extLst>
          </p:cNvPr>
          <p:cNvSpPr/>
          <p:nvPr/>
        </p:nvSpPr>
        <p:spPr>
          <a:xfrm>
            <a:off x="0" y="0"/>
            <a:ext cx="51101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8803-2A7C-0242-B622-7729E021D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9547" y="4619181"/>
            <a:ext cx="5364162" cy="276999"/>
          </a:xfrm>
        </p:spPr>
        <p:txBody>
          <a:bodyPr>
            <a:spAutoFit/>
          </a:bodyPr>
          <a:lstStyle>
            <a:lvl1pPr marL="0" indent="0" algn="l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Subtítulo</a:t>
            </a:r>
            <a:r>
              <a:rPr lang="en-GB"/>
              <a:t> </a:t>
            </a:r>
            <a:r>
              <a:rPr lang="en-GB" err="1"/>
              <a:t>opcional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8626A0-C899-8443-A90D-1D0BA4FE52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110163" cy="6858000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en-US"/>
              <a:t>IMAGEM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0463F-FF88-5243-BE2E-DB716136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5608638"/>
            <a:ext cx="1752600" cy="5207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F5B31D-951D-8048-901C-FCAA9D6266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9547" y="5608638"/>
            <a:ext cx="3710152" cy="520700"/>
          </a:xfrm>
        </p:spPr>
        <p:txBody>
          <a:bodyPr anchor="ctr">
            <a:normAutofit/>
          </a:bodyPr>
          <a:lstStyle>
            <a:lvl1pPr marL="9525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Data e </a:t>
            </a:r>
            <a:r>
              <a:rPr lang="en-GB" err="1"/>
              <a:t>autor</a:t>
            </a:r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B3AF1-8F76-0F46-B8E1-E9C3040529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2175" y="728663"/>
            <a:ext cx="8868383" cy="3660001"/>
          </a:xfrm>
          <a:ln w="12700">
            <a:solidFill>
              <a:schemeClr val="accent1"/>
            </a:solidFill>
          </a:ln>
        </p:spPr>
        <p:txBody>
          <a:bodyPr lIns="2376000" tIns="180000" rIns="827999" bIns="180000" anchor="b">
            <a:normAutofit/>
          </a:bodyPr>
          <a:lstStyle>
            <a:lvl1pPr algn="l">
              <a:lnSpc>
                <a:spcPct val="100000"/>
              </a:lnSpc>
              <a:defRPr sz="4000" spc="-60" baseline="0">
                <a:solidFill>
                  <a:schemeClr val="accent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154B2F-6D0B-9842-8AF2-EBC4849376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9546" y="969616"/>
            <a:ext cx="5364163" cy="286232"/>
          </a:xfrm>
        </p:spPr>
        <p:txBody>
          <a:bodyPr>
            <a:spAutoFit/>
          </a:bodyPr>
          <a:lstStyle>
            <a:lvl1pPr marL="9525" indent="0">
              <a:buNone/>
              <a:defRPr sz="1200">
                <a:solidFill>
                  <a:schemeClr val="accent1"/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NOME DO CLIENTE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790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apresentaçã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3F770A-A0AC-DB49-B341-65E926B38556}"/>
              </a:ext>
            </a:extLst>
          </p:cNvPr>
          <p:cNvSpPr/>
          <p:nvPr/>
        </p:nvSpPr>
        <p:spPr>
          <a:xfrm>
            <a:off x="0" y="0"/>
            <a:ext cx="51101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8803-2A7C-0242-B622-7729E021D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9547" y="4619181"/>
            <a:ext cx="5364162" cy="276999"/>
          </a:xfrm>
        </p:spPr>
        <p:txBody>
          <a:bodyPr>
            <a:spAutoFit/>
          </a:bodyPr>
          <a:lstStyle>
            <a:lvl1pPr marL="0" indent="0" algn="l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Subtítulo</a:t>
            </a:r>
            <a:r>
              <a:rPr lang="en-GB"/>
              <a:t> </a:t>
            </a:r>
            <a:r>
              <a:rPr lang="en-GB" err="1"/>
              <a:t>opcional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8626A0-C899-8443-A90D-1D0BA4FE52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110163" cy="6858000"/>
          </a:xfrm>
          <a:solidFill>
            <a:srgbClr val="1722DC"/>
          </a:solidFill>
          <a:ln>
            <a:noFill/>
          </a:ln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en-US"/>
              <a:t>IMAGEM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154B2F-6D0B-9842-8AF2-EBC4849376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9546" y="969616"/>
            <a:ext cx="5364163" cy="286232"/>
          </a:xfrm>
        </p:spPr>
        <p:txBody>
          <a:bodyPr>
            <a:spAutoFit/>
          </a:bodyPr>
          <a:lstStyle>
            <a:lvl1pPr marL="9525" indent="0">
              <a:buNone/>
              <a:defRPr sz="1200">
                <a:solidFill>
                  <a:schemeClr val="accent1"/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NOME DO CLIENTE EM CAIXA ALTA</a:t>
            </a:r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0463F-FF88-5243-BE2E-DB716136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5608638"/>
            <a:ext cx="1752600" cy="5207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F5B31D-951D-8048-901C-FCAA9D6266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9547" y="5608638"/>
            <a:ext cx="3710152" cy="520700"/>
          </a:xfrm>
        </p:spPr>
        <p:txBody>
          <a:bodyPr anchor="ctr">
            <a:normAutofit/>
          </a:bodyPr>
          <a:lstStyle>
            <a:lvl1pPr marL="9525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Data e </a:t>
            </a:r>
            <a:r>
              <a:rPr lang="en-GB" err="1"/>
              <a:t>autor</a:t>
            </a:r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B3AF1-8F76-0F46-B8E1-E9C3040529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728663"/>
            <a:ext cx="11605234" cy="3660001"/>
          </a:xfrm>
          <a:ln w="12700">
            <a:solidFill>
              <a:schemeClr val="accent1"/>
            </a:solidFill>
          </a:ln>
        </p:spPr>
        <p:txBody>
          <a:bodyPr lIns="5112000" tIns="180000" rIns="827999" bIns="180000" anchor="b">
            <a:normAutofit/>
          </a:bodyPr>
          <a:lstStyle>
            <a:lvl1pPr algn="l">
              <a:lnSpc>
                <a:spcPct val="100000"/>
              </a:lnSpc>
              <a:defRPr sz="4000" spc="-60" baseline="0">
                <a:solidFill>
                  <a:schemeClr val="accent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84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Capítulo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7663" y="2573407"/>
            <a:ext cx="3492500" cy="2976882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noFill/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8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Capítulo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7663" y="2573407"/>
            <a:ext cx="3492500" cy="2976882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noFill/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54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Capítulo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7663" y="2573407"/>
            <a:ext cx="3492500" cy="2976882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noFill/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61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Capítulo 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7663" y="2573407"/>
            <a:ext cx="3492500" cy="2976882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noFill/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20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Capítulo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7663" y="2573407"/>
            <a:ext cx="3492500" cy="2976882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noFill/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56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38188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1529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20228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75885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95542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2F0463F-FF88-5243-BE2E-DB716136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461" y="3104188"/>
            <a:ext cx="2186539" cy="64962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03B5CF3-2902-494F-9851-574E0AC99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0" y="3218281"/>
            <a:ext cx="8036293" cy="535531"/>
          </a:xfrm>
        </p:spPr>
        <p:txBody>
          <a:bodyPr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Obrigado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72A97-E2D8-E94A-A563-A45B3A6219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2313" y="3879880"/>
            <a:ext cx="8035925" cy="276999"/>
          </a:xfrm>
        </p:spPr>
        <p:txBody>
          <a:bodyPr>
            <a:spAutoFit/>
          </a:bodyPr>
          <a:lstStyle>
            <a:lvl1pPr marL="9525" indent="0">
              <a:buNone/>
              <a:defRPr sz="1200">
                <a:solidFill>
                  <a:schemeClr val="bg1"/>
                </a:solidFill>
              </a:defRPr>
            </a:lvl1pPr>
            <a:lvl2pPr marL="198437" indent="0">
              <a:buNone/>
              <a:defRPr sz="1200">
                <a:solidFill>
                  <a:schemeClr val="bg1"/>
                </a:solidFill>
              </a:defRPr>
            </a:lvl2pPr>
            <a:lvl3pPr marL="406400" indent="0">
              <a:buNone/>
              <a:defRPr sz="1200">
                <a:solidFill>
                  <a:schemeClr val="bg1"/>
                </a:solidFill>
              </a:defRPr>
            </a:lvl3pPr>
            <a:lvl4pPr marL="623887" indent="0">
              <a:buNone/>
              <a:defRPr sz="1200">
                <a:solidFill>
                  <a:schemeClr val="bg1"/>
                </a:solidFill>
              </a:defRPr>
            </a:lvl4pPr>
            <a:lvl5pPr marL="833437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noProof="0"/>
              <a:t>Informações</a:t>
            </a:r>
          </a:p>
        </p:txBody>
      </p:sp>
    </p:spTree>
    <p:extLst>
      <p:ext uri="{BB962C8B-B14F-4D97-AF65-F5344CB8AC3E}">
        <p14:creationId xmlns:p14="http://schemas.microsoft.com/office/powerpoint/2010/main" val="314714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rig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94D141-EF9C-4C41-B48F-C7483DB73172}"/>
              </a:ext>
            </a:extLst>
          </p:cNvPr>
          <p:cNvSpPr/>
          <p:nvPr/>
        </p:nvSpPr>
        <p:spPr>
          <a:xfrm>
            <a:off x="0" y="4768770"/>
            <a:ext cx="12192000" cy="2089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0463F-FF88-5243-BE2E-DB716136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461" y="5479714"/>
            <a:ext cx="2186539" cy="64962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03B5CF3-2902-494F-9851-574E0AC99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0" y="728663"/>
            <a:ext cx="8036293" cy="701731"/>
          </a:xfrm>
        </p:spPr>
        <p:txBody>
          <a:bodyPr>
            <a:spAutoFit/>
          </a:bodyPr>
          <a:lstStyle>
            <a:lvl1pPr>
              <a:defRPr sz="4400" spc="-15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Obrigado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72A97-E2D8-E94A-A563-A45B3A6219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2313" y="5666027"/>
            <a:ext cx="8035925" cy="276999"/>
          </a:xfrm>
        </p:spPr>
        <p:txBody>
          <a:bodyPr>
            <a:spAutoFit/>
          </a:bodyPr>
          <a:lstStyle>
            <a:lvl1pPr marL="9525" indent="0">
              <a:buNone/>
              <a:defRPr sz="1200">
                <a:solidFill>
                  <a:schemeClr val="tx1"/>
                </a:solidFill>
              </a:defRPr>
            </a:lvl1pPr>
            <a:lvl2pPr marL="198437" indent="0">
              <a:buNone/>
              <a:defRPr sz="1200">
                <a:solidFill>
                  <a:schemeClr val="bg1"/>
                </a:solidFill>
              </a:defRPr>
            </a:lvl2pPr>
            <a:lvl3pPr marL="406400" indent="0">
              <a:buNone/>
              <a:defRPr sz="1200">
                <a:solidFill>
                  <a:schemeClr val="bg1"/>
                </a:solidFill>
              </a:defRPr>
            </a:lvl3pPr>
            <a:lvl4pPr marL="623887" indent="0">
              <a:buNone/>
              <a:defRPr sz="1200">
                <a:solidFill>
                  <a:schemeClr val="bg1"/>
                </a:solidFill>
              </a:defRPr>
            </a:lvl4pPr>
            <a:lvl5pPr marL="833437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noProof="0"/>
              <a:t>Informações</a:t>
            </a:r>
          </a:p>
        </p:txBody>
      </p:sp>
    </p:spTree>
    <p:extLst>
      <p:ext uri="{BB962C8B-B14F-4D97-AF65-F5344CB8AC3E}">
        <p14:creationId xmlns:p14="http://schemas.microsoft.com/office/powerpoint/2010/main" val="4131758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5E6BDD-5C6C-FB46-BEDF-76503FCD3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C7A49-1070-0D4B-A2F2-39C3FCABB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03BCD8-7CD3-9B4F-82F9-B22D0D1D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F6C79F-1F0D-4248-978B-DA751903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6FED19-4D69-A64A-8F2A-DB5D1F73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5781-E842-914C-A295-D6B59AB2AD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106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Somente título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 userDrawn="1"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F02C68-9420-E94B-9F69-582315570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DF9C5C7-9593-4744-AA98-650FB088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8B327B6-A585-AB4B-AFE2-CC9274E72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34E92-4BFB-AD4D-875B-6864F99DB6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33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ásic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00215"/>
            <a:ext cx="10764838" cy="442912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CCF306-550C-4744-A32C-FA5E12F8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3F50C1-7558-2B45-9970-A891D340A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F02C68-9420-E94B-9F69-582315570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20312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AB3A7-B6D5-F249-9FEC-CF057460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0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ásic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33BDEC-4F77-D043-9C0F-16FAB8291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00213"/>
            <a:ext cx="10764838" cy="444840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99E208-6E25-4F4D-9C54-34F84C055D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01A38B-140F-BD49-8309-107D85B9A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46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F21389E-A485-9344-B4B4-F76D5D49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DBF5DB5-54E1-9348-90A3-374AB8EC7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30B9D5-A583-0247-9A94-CCDD9843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1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ásic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4440555" cy="4716462"/>
          </a:xfrm>
          <a:prstGeom prst="rect">
            <a:avLst/>
          </a:prstGeom>
        </p:spPr>
        <p:txBody>
          <a:bodyPr anchor="ctr"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7" y="1075765"/>
            <a:ext cx="5292725" cy="4703661"/>
          </a:xfrm>
          <a:prstGeom prst="rect">
            <a:avLst/>
          </a:prstGeom>
        </p:spPr>
        <p:txBody>
          <a:bodyPr anchor="ctr">
            <a:noAutofit/>
          </a:bodyPr>
          <a:lstStyle>
            <a:lvl1pPr marL="9525" indent="0">
              <a:buNone/>
              <a:defRPr sz="1600"/>
            </a:lvl1pPr>
            <a:lvl2pPr marL="198437" indent="0">
              <a:buNone/>
              <a:defRPr sz="1600"/>
            </a:lvl2pPr>
            <a:lvl3pPr marL="406400" indent="0">
              <a:buNone/>
              <a:defRPr sz="1600"/>
            </a:lvl3pPr>
            <a:lvl4pPr marL="623887" indent="0">
              <a:buNone/>
              <a:defRPr sz="1600"/>
            </a:lvl4pPr>
            <a:lvl5pPr marL="833437" indent="0">
              <a:buNone/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CCEA678-4DE4-5141-A08C-25D039546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A36DCD4-F21F-3D4B-9435-759054CB8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0704B9-E229-624F-9835-103062F4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5240B1E4-CC16-E440-811B-68D18B7518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207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ásico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71695"/>
            <a:ext cx="3529013" cy="2209387"/>
          </a:xfrm>
          <a:prstGeom prst="rect">
            <a:avLst/>
          </a:prstGeom>
        </p:spPr>
        <p:txBody>
          <a:bodyPr anchor="b"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7" y="1071695"/>
            <a:ext cx="5292725" cy="47077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9525" indent="0">
              <a:buNone/>
              <a:defRPr sz="1600"/>
            </a:lvl1pPr>
            <a:lvl2pPr marL="198437" indent="0">
              <a:buNone/>
              <a:defRPr sz="1600"/>
            </a:lvl2pPr>
            <a:lvl3pPr marL="406400" indent="0">
              <a:buNone/>
              <a:defRPr sz="1600"/>
            </a:lvl3pPr>
            <a:lvl4pPr marL="623887" indent="0">
              <a:buNone/>
              <a:defRPr sz="1600"/>
            </a:lvl4pPr>
            <a:lvl5pPr marL="833437" indent="0">
              <a:buNone/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2CAD9-704D-8049-965B-ADA57F6B6F9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42243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3E774D-B4B6-C947-8A07-27CF52ECE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3617820"/>
            <a:ext cx="3529013" cy="2168486"/>
          </a:xfrm>
        </p:spPr>
        <p:txBody>
          <a:bodyPr>
            <a:normAutofit/>
          </a:bodyPr>
          <a:lstStyle>
            <a:lvl1pPr marL="9525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  <a:lvl2pPr marL="19843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2pPr>
            <a:lvl3pPr marL="406400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3pPr>
            <a:lvl4pPr marL="62388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4pPr>
            <a:lvl5pPr marL="83343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09685B7-1EB1-654A-BF13-418975215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CA61EFC-9F8F-274E-A1B0-A4F89E902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7DB5F4-B6B9-4244-A9EA-A9E79037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50A00A2-0A2F-7E4E-868F-ED0FD7DE27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024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BB2EDB-C99F-A84D-BA31-FD39D35FE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897A65-5056-FE49-8E3C-28514E1FA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E20020-BEBC-1B44-AF31-2E6E4ADC8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7FDAB86-2E81-654C-BFC2-7C305559E4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848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001A38B-140F-BD49-8309-107D85B9A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46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C5DAF27-26D1-5E44-93E4-350818806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5A6CF4B-09DD-FA45-B363-F2FBD827F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94AD54-A2C1-714E-B5DD-B351CEB6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A645A4C-C571-9C47-A590-917C267E6B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07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4440555" cy="4716462"/>
          </a:xfrm>
          <a:prstGeom prst="rect">
            <a:avLst/>
          </a:prstGeom>
        </p:spPr>
        <p:txBody>
          <a:bodyPr anchor="ctr"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897792-9D2C-1244-B8FA-A04D3F58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7F714BF-6EFD-4045-B19D-43C336ED9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A633B6-D33E-D84C-8EDE-D5705F17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E1B5393-8481-3848-B724-366D554071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898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Sobre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DCF4E2F-242E-DA4F-8D88-4582EE344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E7EB396-8E8E-D548-9565-2272C1947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A61E25-B2D8-BC4C-821A-126A5B5E0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52AD36-3418-094D-B94F-E6005600E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004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4D7616-694A-8C4C-99D5-E6B45A156B36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731510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apresentaçã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462BE07-F5D5-0E4B-9C19-8E499A65E48D}"/>
              </a:ext>
            </a:extLst>
          </p:cNvPr>
          <p:cNvSpPr/>
          <p:nvPr/>
        </p:nvSpPr>
        <p:spPr>
          <a:xfrm>
            <a:off x="0" y="0"/>
            <a:ext cx="511016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8803-2A7C-0242-B622-7729E021D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9547" y="4619181"/>
            <a:ext cx="5364162" cy="276999"/>
          </a:xfrm>
        </p:spPr>
        <p:txBody>
          <a:bodyPr>
            <a:spAutoFit/>
          </a:bodyPr>
          <a:lstStyle>
            <a:lvl1pPr marL="0" indent="0" algn="l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Subtítulo</a:t>
            </a:r>
            <a:r>
              <a:rPr lang="en-GB"/>
              <a:t> </a:t>
            </a:r>
            <a:r>
              <a:rPr lang="en-GB" err="1"/>
              <a:t>opcional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8626A0-C899-8443-A90D-1D0BA4FE52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110163" cy="6858000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en-US"/>
              <a:t>IMAGEM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F0463F-FF88-5243-BE2E-DB7161367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5608638"/>
            <a:ext cx="1752600" cy="5207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F5B31D-951D-8048-901C-FCAA9D6266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9547" y="5608638"/>
            <a:ext cx="3710152" cy="520700"/>
          </a:xfrm>
        </p:spPr>
        <p:txBody>
          <a:bodyPr anchor="ctr">
            <a:normAutofit/>
          </a:bodyPr>
          <a:lstStyle>
            <a:lvl1pPr marL="9525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Data e </a:t>
            </a:r>
            <a:r>
              <a:rPr lang="en-GB" err="1"/>
              <a:t>autor</a:t>
            </a:r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B3AF1-8F76-0F46-B8E1-E9C3040529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32175" y="728663"/>
            <a:ext cx="8868383" cy="3660001"/>
          </a:xfrm>
          <a:ln w="12700">
            <a:solidFill>
              <a:schemeClr val="accent1"/>
            </a:solidFill>
          </a:ln>
        </p:spPr>
        <p:txBody>
          <a:bodyPr lIns="2376000" tIns="180000" rIns="827999" bIns="180000" anchor="b">
            <a:normAutofit/>
          </a:bodyPr>
          <a:lstStyle>
            <a:lvl1pPr algn="l">
              <a:lnSpc>
                <a:spcPct val="100000"/>
              </a:lnSpc>
              <a:defRPr sz="4000" spc="-60" baseline="0">
                <a:solidFill>
                  <a:schemeClr val="accent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154B2F-6D0B-9842-8AF2-EBC4849376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9546" y="969616"/>
            <a:ext cx="5364163" cy="286232"/>
          </a:xfrm>
        </p:spPr>
        <p:txBody>
          <a:bodyPr>
            <a:spAutoFit/>
          </a:bodyPr>
          <a:lstStyle>
            <a:lvl1pPr marL="9525" indent="0">
              <a:buNone/>
              <a:defRPr sz="1200">
                <a:solidFill>
                  <a:schemeClr val="accent1"/>
                </a:solidFill>
              </a:defRPr>
            </a:lvl1pPr>
            <a:lvl2pPr marL="198437" indent="0">
              <a:buNone/>
              <a:defRPr/>
            </a:lvl2pPr>
            <a:lvl3pPr marL="406400" indent="0">
              <a:buNone/>
              <a:defRPr/>
            </a:lvl3pPr>
            <a:lvl4pPr marL="623887" indent="0">
              <a:buNone/>
              <a:defRPr/>
            </a:lvl4pPr>
            <a:lvl5pPr marL="833437" indent="0">
              <a:buNone/>
              <a:defRPr/>
            </a:lvl5pPr>
          </a:lstStyle>
          <a:p>
            <a:pPr lvl="0"/>
            <a:r>
              <a:rPr lang="en-GB"/>
              <a:t>NOME DO CLIENTE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783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ásico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00215"/>
            <a:ext cx="10764838" cy="44291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F02C68-9420-E94B-9F69-582315570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711F1C2-C333-4140-82F1-4ECE31CCF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712EAAA-7732-124A-BECA-165F35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C46F59-F9AE-F64F-B2F8-B37F30EF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1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ásico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33BDEC-4F77-D043-9C0F-16FAB8291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700213"/>
            <a:ext cx="10764838" cy="444840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99E208-6E25-4F4D-9C54-34F84C055D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01A38B-140F-BD49-8309-107D85B9A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46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F6DAC8-A699-124F-B8F0-B43CA1227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5BDC156-784C-9649-87A4-7569341DB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E64182-2A53-F146-800D-7957598D0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06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ásico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142978"/>
            <a:ext cx="4440555" cy="53553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7" y="1075765"/>
            <a:ext cx="5292725" cy="47036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092C4C3-2753-0B42-85A3-702D714CE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E040E-1F6F-194D-ACC2-3017F6C5E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CC49BD-5699-7240-96E9-F3806CC2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6EAE3CA-CC4A-BE4F-8B07-F94CED13BC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96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Básico 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745551"/>
            <a:ext cx="3529013" cy="53553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3EBA-EAA0-D44C-AA26-4541D065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7" y="1071695"/>
            <a:ext cx="5292725" cy="470773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2CAD9-704D-8049-965B-ADA57F6B6F9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422433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3E774D-B4B6-C947-8A07-27CF52ECE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3617820"/>
            <a:ext cx="3529013" cy="2168486"/>
          </a:xfrm>
        </p:spPr>
        <p:txBody>
          <a:bodyPr>
            <a:normAutofit/>
          </a:bodyPr>
          <a:lstStyle>
            <a:lvl1pPr marL="9525" indent="0">
              <a:buNone/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198437" indent="0">
              <a:buNone/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2pPr>
            <a:lvl3pPr marL="406400" indent="0">
              <a:buNone/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3pPr>
            <a:lvl4pPr marL="623887" indent="0">
              <a:buNone/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4pPr>
            <a:lvl5pPr marL="833437" indent="0">
              <a:buNone/>
              <a:defRPr sz="18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51D18F2-051F-964D-8420-3A3B887DC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F41D0A5E-EFDE-A849-B691-B1932F49B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1F5AAF-95EB-3646-B8BA-FEB20584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4BCFE7B-6071-9847-8DED-E1F497AB9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02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omente título 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F02C68-9420-E94B-9F69-582315570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DF9C5C7-9593-4744-AA98-650FB088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8B327B6-A585-AB4B-AFE2-CC9274E72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734E92-4BFB-AD4D-875B-6864F99D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19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omente título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99E208-6E25-4F4D-9C54-34F84C055D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01A38B-140F-BD49-8309-107D85B9A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46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28BA6E-5FB1-9B44-AB76-BEDE44C68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121789B-8085-6948-9120-EA253BE83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C15085-02C3-CA4F-B4BD-5CD63B73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2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omente título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142978"/>
            <a:ext cx="4440555" cy="53553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D76228-1355-4E47-B68D-FF0069847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CC8F542-C5A0-BA45-9403-05EEA0F70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1106BF-698C-2E45-BC41-5859FB881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E9FF6EC-0171-3F4D-9799-53B8955EE6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03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omente Sobre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1220AC-FFA5-1641-A541-6DBB03222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ECA9E0D-8C3B-144F-B6E1-07245AA9C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63D09-4F8B-7240-A56F-3C6DFC176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CCEF9C6-A713-1949-840C-3C60C4289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498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5287724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C61EDC-D6D6-564C-9F29-7672A97D1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40349A6-22E9-B240-8E2C-FF737A82D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5B802B-A48E-4148-A6B2-653C1A2E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AF13A36-2624-4A40-BF36-57C5998C89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786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5287724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092915-6E82-FD40-AD9C-4B09DA420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80DD752-2E71-C04D-A252-054FC6E42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96A930-E594-0046-93DE-3B0AAD09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DC8396C-2ED1-D142-AE59-51C317A18D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40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5287724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542697-E9D7-5549-BC1F-71A60E5F9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FCF6D69-9EC3-284D-841D-A0C31A0BA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BA77F7-E341-AC45-B2A1-A544E68E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811F5D4-9D9B-F448-902B-D13D97A5DD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449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pacto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405CF-62ED-374B-9179-04DCF6DE5403}"/>
              </a:ext>
            </a:extLst>
          </p:cNvPr>
          <p:cNvSpPr/>
          <p:nvPr/>
        </p:nvSpPr>
        <p:spPr>
          <a:xfrm>
            <a:off x="5300870" y="2633870"/>
            <a:ext cx="1590260" cy="1590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37" y="1052513"/>
            <a:ext cx="5292725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CD8F33-59A9-6348-8865-BD6ABE16C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A1D3B5B-A37E-A44A-AF7E-A6804DEB5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36FFE-03B3-7243-96A9-1A62C2BD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1338762-5245-0C4D-8EEE-18F5060603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520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pacto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405CF-62ED-374B-9179-04DCF6DE5403}"/>
              </a:ext>
            </a:extLst>
          </p:cNvPr>
          <p:cNvSpPr/>
          <p:nvPr/>
        </p:nvSpPr>
        <p:spPr>
          <a:xfrm>
            <a:off x="5300870" y="2633870"/>
            <a:ext cx="1590260" cy="15902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37" y="1052513"/>
            <a:ext cx="5292725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D55CF41-9AFB-594D-9C45-87FF71CFA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9DC0F74-3F37-C843-985B-FD4F916C5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2D1499-FA91-7B4A-94E7-C421219B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7C5960D9-09D4-1049-B077-52E6E02A5B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994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pacto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F48DE2-7ABE-4B44-9A56-FFB5C1E1A035}"/>
              </a:ext>
            </a:extLst>
          </p:cNvPr>
          <p:cNvSpPr/>
          <p:nvPr/>
        </p:nvSpPr>
        <p:spPr>
          <a:xfrm>
            <a:off x="5300870" y="2633870"/>
            <a:ext cx="1590260" cy="1590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718" y="1052513"/>
            <a:ext cx="5287724" cy="471646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6FC095-EA50-AA4D-AB4D-62876CF54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4A927A9-F626-E94C-9B01-03E4536C8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D5858E-B7AA-B04B-88C4-A2FE9C4E2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E9CBAB3-2149-A243-8EA7-E9C3856FB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172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Imagem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2976343" cy="47164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CCF306-550C-4744-A32C-FA5E12F8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C4F8848-02A9-844D-A698-131FEAFB87AA}" type="slidenum">
              <a:rPr lang="pt-BR" noProof="0" smtClean="0"/>
              <a:pPr/>
              <a:t>‹nº›</a:t>
            </a:fld>
            <a:endParaRPr lang="pt-BR" noProof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3F50C1-7558-2B45-9970-A891D340A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67888" y="743941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66EBB32-3661-104A-9FE8-0620573F4E52}" type="datetime1">
              <a:rPr lang="pt-BR" noProof="0" smtClean="0"/>
              <a:pPr/>
              <a:t>16/05/2026</a:t>
            </a:fld>
            <a:endParaRPr lang="pt-BR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288" y="0"/>
            <a:ext cx="7859712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397E08-DD87-EF4D-9218-3292C5906367}"/>
              </a:ext>
            </a:extLst>
          </p:cNvPr>
          <p:cNvSpPr txBox="1">
            <a:spLocks/>
          </p:cNvSpPr>
          <p:nvPr/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D9C6B1-7C54-7642-8A0A-7B975F302371}"/>
              </a:ext>
            </a:extLst>
          </p:cNvPr>
          <p:cNvSpPr txBox="1">
            <a:spLocks/>
          </p:cNvSpPr>
          <p:nvPr/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defPPr>
              <a:defRPr lang="en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0F0253-CE3C-F74A-8E02-EA8029719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6A7CE05-CD2A-BD43-9220-8EBBC2F965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393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pacto Imagem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2976343" cy="47164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288" y="0"/>
            <a:ext cx="7859712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40B009-C8E7-304B-8312-58FC35A98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3236DAA-6AEF-174C-A916-6828A8714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0F6E3F-BF58-8D4A-B50E-14D953D3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81CB1F5-BBAB-4E44-92CA-9B9BD30118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18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Imagem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2976343" cy="47164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288" y="0"/>
            <a:ext cx="7859712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B98CDE-1462-7641-986C-95736D8CD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D4D57C2-CBF4-C747-ACB9-06D4455F7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6B8C81-E9C3-8D46-98EE-0B7FCD2A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A248C0F-ED11-B64B-8DA1-D3998926E2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308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o Imagem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2976343" cy="471646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1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288" y="0"/>
            <a:ext cx="7859712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80D73A-290E-954D-B68C-616A1CD32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E990754-9606-D440-9374-CF635574E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4D618-9BDA-174D-A7CF-5D954C414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D0D6B25-519E-4847-8A85-391D3543C1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46221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353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</p:spTree>
    <p:extLst>
      <p:ext uri="{BB962C8B-B14F-4D97-AF65-F5344CB8AC3E}">
        <p14:creationId xmlns:p14="http://schemas.microsoft.com/office/powerpoint/2010/main" val="1338815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pacto Imagem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CCF306-550C-4744-A32C-FA5E12F8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4C4F8848-02A9-844D-A698-131FEAFB87AA}" type="slidenum">
              <a:rPr lang="pt-BR" noProof="0" smtClean="0"/>
              <a:pPr/>
              <a:t>‹nº›</a:t>
            </a:fld>
            <a:endParaRPr lang="pt-BR" noProof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53F50C1-7558-2B45-9970-A891D340A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67888" y="743941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266EBB32-3661-104A-9FE8-0620573F4E52}" type="datetime1">
              <a:rPr lang="pt-BR" noProof="0" smtClean="0"/>
              <a:pPr/>
              <a:t>16/05/2026</a:t>
            </a:fld>
            <a:endParaRPr lang="pt-BR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6999D4-5F6F-2546-9E2A-728087B2FD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12192000" cy="6858000"/>
          </a:xfrm>
          <a:solidFill>
            <a:schemeClr val="accent3"/>
          </a:solidFill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IMAGEM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4563" y="2865876"/>
            <a:ext cx="6197844" cy="1034808"/>
          </a:xfrm>
          <a:prstGeom prst="rect">
            <a:avLst/>
          </a:prstGeom>
          <a:solidFill>
            <a:schemeClr val="bg1"/>
          </a:solidFill>
        </p:spPr>
        <p:txBody>
          <a:bodyPr lIns="432000" tIns="360000" rIns="792000" bIns="360000" anchor="ctr">
            <a:sp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21465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4D7616-694A-8C4C-99D5-E6B45A156B36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3781144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na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4" y="2492973"/>
            <a:ext cx="52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4" y="2029945"/>
            <a:ext cx="52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4" y="1705417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2371" y="2492973"/>
            <a:ext cx="52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2371" y="2029945"/>
            <a:ext cx="52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2371" y="1705417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9A8E6AF-641B-5B4C-AF9A-F00E619E2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C88B93D-7AA7-7E49-82B3-B9A2A4169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B3568C-FC7F-FA4B-9369-DFB5B294B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6363CF0-B1CE-CF4C-82CD-0442A55C7D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16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4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4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4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27067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7067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7067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25BE81-5CCB-9843-8B37-FD5F0DBA0AC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996633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0B4A47-2ED6-A143-9F92-E6721F4FC0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6633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7EE87C5-9D17-FE47-9563-71F71DC8B9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96633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D9A63A2-1E92-814F-964D-9BB1F4702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6F9038F4-4359-AF4E-9B7B-2A03F92EF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07CABD-FDC7-A94E-BC35-1F535D747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473018C8-BD00-A442-899D-530924CEE4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865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na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7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7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7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441046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1046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1046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25BE81-5CCB-9843-8B37-FD5F0DBA0AC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4246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0B4A47-2ED6-A143-9F92-E6721F4FC0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246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7EE87C5-9D17-FE47-9563-71F71DC8B9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246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D251C57-B855-3D46-855F-D8E02952D7E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873658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685E35-96B7-B34E-AA85-1973AA223E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73658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D7DC7FC-E826-2746-A48B-C4C261417C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73658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8D9A629-1E5E-CF42-ACFA-8F9B64084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C8E0F39-77BC-CE48-B505-4FA122161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9F5E81-2294-D34E-92BB-779958303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61AF2D4-F62A-8644-9BE7-45E2773102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645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na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4" y="2492973"/>
            <a:ext cx="52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4" y="2029945"/>
            <a:ext cx="52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4" y="1705417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2371" y="2492973"/>
            <a:ext cx="52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2371" y="2029945"/>
            <a:ext cx="52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2371" y="1705417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1646E48-4C6A-204B-A237-1262311A9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FC0ED617-A6AE-2A48-8092-B22EDA590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7D60914-7201-1049-9F0C-39FCBBD5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12F2A9B-1B5E-004E-9C29-747B377BED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295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4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4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4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27067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7067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7067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25BE81-5CCB-9843-8B37-FD5F0DBA0AC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996633" y="2492973"/>
            <a:ext cx="3492000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0B4A47-2ED6-A143-9F92-E6721F4FC0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6633" y="2029945"/>
            <a:ext cx="3492000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7EE87C5-9D17-FE47-9563-71F71DC8B9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96633" y="1705417"/>
            <a:ext cx="34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EC655C2-FECA-9345-B11B-48168F19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3A5A01-18A9-D74A-BD55-6BE6CB56E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151E82-D3BE-A94F-A0C7-4D1718D6F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AC0DC45D-3457-C542-AE50-CAE1A26F6E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2802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na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433121"/>
          </a:xfrm>
          <a:prstGeom prst="rect">
            <a:avLst/>
          </a:prstGeom>
        </p:spPr>
        <p:txBody>
          <a:bodyPr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4E1DA9-01EF-BF47-9DAB-9D565AC70E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7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CA020A7-23A0-E449-A6EB-A0FAEA1628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7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EEBF9F7-CD59-674A-BA2E-19BDF99F90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7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809E81-2039-EF4D-871E-E518EB7374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441046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06C570E-E8AF-4F46-A1BB-50EB9D4B8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1046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4473817-78E6-5647-8A43-4D0BDC7550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1046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0EC62D-DCE0-E546-B19E-E7EB0D2D02A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4246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700DFD4-FDCB-B542-93A3-83D936966E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246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FDB4A61-9DED-AC44-8D91-8BF4F13B51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246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FBBE309-24BA-B341-A98A-61B56CD2FC1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873658" y="2492973"/>
            <a:ext cx="2586038" cy="363636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1449F2C-60A3-AD4F-AADA-2BBB92902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73658" y="2029945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8CE5CE3-399B-D34A-9E48-D19EF74DA2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73658" y="170541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01EF475-1A02-F740-A575-F67AF9A7E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944036F7-0F43-7845-B052-B20CBBA1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085B3D-E044-2347-B17A-27FB48C9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3D6BFC1-F234-B44A-98E2-1611B57BEE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255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nas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3529013" cy="4716462"/>
          </a:xfrm>
          <a:prstGeom prst="rect">
            <a:avLst/>
          </a:prstGeom>
        </p:spPr>
        <p:txBody>
          <a:bodyPr anchor="ctr"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B29B3F-0BF8-3D4D-9FD4-A11385BAB67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4246" y="1796436"/>
            <a:ext cx="2586038" cy="39725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8BC19FB-A482-274E-A19F-63F7ED33EC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246" y="1360301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D560D1-FF3D-DC44-9C62-01EF69197C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246" y="106266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CDBB9F-92C2-D449-8B30-DC4A9CBB5F4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873658" y="1796436"/>
            <a:ext cx="2586038" cy="39725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16B5DF0-958F-7D4E-8745-656C0BC214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73658" y="1360301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0C03502-BF0F-FF4E-8A8D-99EB42BF57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73658" y="106266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5F8A2-95D9-E445-834A-36513896B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C6A4A8F-3584-EA43-B73E-BD1B9942F1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26A258-DB86-CA4F-B6C5-736EBC56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B856530E-6164-EA46-BC84-80DB845F30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85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nas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71695"/>
            <a:ext cx="3529013" cy="2209387"/>
          </a:xfrm>
          <a:prstGeom prst="rect">
            <a:avLst/>
          </a:prstGeom>
        </p:spPr>
        <p:txBody>
          <a:bodyPr anchor="b"/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2CAD9-704D-8049-965B-ADA57F6B6F9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42243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3E774D-B4B6-C947-8A07-27CF52ECE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3617820"/>
            <a:ext cx="3529013" cy="2168486"/>
          </a:xfrm>
        </p:spPr>
        <p:txBody>
          <a:bodyPr>
            <a:normAutofit/>
          </a:bodyPr>
          <a:lstStyle>
            <a:lvl1pPr marL="9525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  <a:lvl2pPr marL="19843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2pPr>
            <a:lvl3pPr marL="406400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3pPr>
            <a:lvl4pPr marL="62388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4pPr>
            <a:lvl5pPr marL="833437" indent="0">
              <a:buNone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ED174D-2029-ED40-8AFE-3B2C243AA51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4246" y="1796436"/>
            <a:ext cx="2586038" cy="39725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838E98-114B-654B-9F17-CDFAEED55F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246" y="1360301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B114B0B-A4EE-8F44-B06B-2C25978780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246" y="106266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19D1D2-2EB3-2F4B-B04E-F9C16A850AA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873658" y="1796436"/>
            <a:ext cx="2586038" cy="39725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DCFDED4-4667-F343-9D89-FFCE7ED2C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73658" y="1360301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2E86F99-BB24-4E4B-832A-507DF4E18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73658" y="1062667"/>
            <a:ext cx="2586038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CATEGORIA</a:t>
            </a:r>
            <a:endParaRPr lang="pt-BR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729CB14-6763-0F48-BE50-6217383E0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E3C6B9BC-AA6B-2844-882C-1A5BD4349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C157AF-C9AA-E043-B5EE-907712F2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82F07F39-AC8E-5C4B-915A-B01D8600CC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1049" y="418721"/>
            <a:ext cx="5292000" cy="230832"/>
          </a:xfrm>
        </p:spPr>
        <p:txBody>
          <a:bodyPr wrap="square">
            <a:spAutoFit/>
          </a:bodyPr>
          <a:lstStyle>
            <a:lvl1pPr marL="9525" indent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SOBRETÍTULO EM CAIXA ALTA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46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Seção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67662" y="5550289"/>
            <a:ext cx="3492501" cy="338554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err="1"/>
              <a:t>Subtítulo</a:t>
            </a:r>
            <a:r>
              <a:rPr lang="en-GB"/>
              <a:t> do </a:t>
            </a:r>
            <a:r>
              <a:rPr lang="en-GB" err="1"/>
              <a:t>capítulo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2312" y="63489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4D7616-694A-8C4C-99D5-E6B45A156B36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7661" y="6356350"/>
            <a:ext cx="349250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E4C56-1288-D944-8D22-2B7E34C0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824" y="736773"/>
            <a:ext cx="227818" cy="1613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32B1A3-75EA-E843-85B3-DD818B214410}"/>
              </a:ext>
            </a:extLst>
          </p:cNvPr>
          <p:cNvCxnSpPr/>
          <p:nvPr/>
        </p:nvCxnSpPr>
        <p:spPr>
          <a:xfrm>
            <a:off x="695325" y="6129338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D9DD71E-81BE-7F42-B692-CEB16981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5438959"/>
            <a:ext cx="5302143" cy="449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42334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17958"/>
            <a:ext cx="3529013" cy="230832"/>
          </a:xfrm>
          <a:prstGeom prst="rect">
            <a:avLst/>
          </a:prstGeom>
        </p:spPr>
        <p:txBody>
          <a:bodyPr anchor="b"/>
          <a:lstStyle>
            <a:lvl1pPr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TÍTULO DO SLIDE</a:t>
            </a:r>
            <a:endParaRPr lang="pt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42CAD9-704D-8049-965B-ADA57F6B6F93}"/>
              </a:ext>
            </a:extLst>
          </p:cNvPr>
          <p:cNvCxnSpPr>
            <a:cxnSpLocks/>
          </p:cNvCxnSpPr>
          <p:nvPr/>
        </p:nvCxnSpPr>
        <p:spPr>
          <a:xfrm>
            <a:off x="695325" y="3429000"/>
            <a:ext cx="114966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ED174D-2029-ED40-8AFE-3B2C243AA51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3671152"/>
            <a:ext cx="2586038" cy="2458186"/>
          </a:xfrm>
          <a:prstGeom prst="rect">
            <a:avLst/>
          </a:prstGeom>
        </p:spPr>
        <p:txBody>
          <a:bodyPr>
            <a:noAutofit/>
          </a:bodyPr>
          <a:lstStyle>
            <a:lvl1pPr marL="9525" indent="0">
              <a:buNone/>
              <a:defRPr sz="1200" b="1">
                <a:solidFill>
                  <a:schemeClr val="tx1"/>
                </a:solidFill>
              </a:defRPr>
            </a:lvl1pPr>
            <a:lvl2pPr marL="198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838E98-114B-654B-9F17-CDFAEED55F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187" y="2900643"/>
            <a:ext cx="2586038" cy="338554"/>
          </a:xfrm>
        </p:spPr>
        <p:txBody>
          <a:bodyPr wrap="square">
            <a:spAutoFit/>
          </a:bodyPr>
          <a:lstStyle>
            <a:lvl1pPr marL="9525" indent="0">
              <a:buNone/>
              <a:defRPr sz="16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A35D50A-2254-6E45-92D3-C5546A1375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8187" y="1352811"/>
            <a:ext cx="2586038" cy="1547832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B2CE86F-45DF-3142-BA37-8DE15498103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13473" y="3671152"/>
            <a:ext cx="2586038" cy="2458186"/>
          </a:xfrm>
          <a:prstGeom prst="rect">
            <a:avLst/>
          </a:prstGeom>
        </p:spPr>
        <p:txBody>
          <a:bodyPr>
            <a:noAutofit/>
          </a:bodyPr>
          <a:lstStyle>
            <a:lvl1pPr marL="9525" indent="0">
              <a:buNone/>
              <a:defRPr sz="1200" b="1">
                <a:solidFill>
                  <a:schemeClr val="tx1"/>
                </a:solidFill>
              </a:defRPr>
            </a:lvl1pPr>
            <a:lvl2pPr marL="198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90362551-C0BB-CE4F-8A8C-090E88F7B0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6335" y="2900643"/>
            <a:ext cx="2586038" cy="338554"/>
          </a:xfrm>
        </p:spPr>
        <p:txBody>
          <a:bodyPr wrap="square">
            <a:spAutoFit/>
          </a:bodyPr>
          <a:lstStyle>
            <a:lvl1pPr marL="9525" indent="0">
              <a:buNone/>
              <a:defRPr sz="16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75A2C85-C4AE-B342-8E7E-4EB28A3A91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6335" y="1352811"/>
            <a:ext cx="2586038" cy="1547832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2</a:t>
            </a:r>
            <a:endParaRPr lang="pt-B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2545E42-8A9D-044F-BEBF-408531A6D49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119095" y="3671152"/>
            <a:ext cx="2586038" cy="2458186"/>
          </a:xfrm>
          <a:prstGeom prst="rect">
            <a:avLst/>
          </a:prstGeom>
        </p:spPr>
        <p:txBody>
          <a:bodyPr>
            <a:noAutofit/>
          </a:bodyPr>
          <a:lstStyle>
            <a:lvl1pPr marL="9525" indent="0">
              <a:buNone/>
              <a:defRPr sz="1200" b="1">
                <a:solidFill>
                  <a:schemeClr val="tx1"/>
                </a:solidFill>
              </a:defRPr>
            </a:lvl1pPr>
            <a:lvl2pPr marL="198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0F4280F-B94E-5D47-954D-8521DEF1E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1957" y="2900643"/>
            <a:ext cx="2586038" cy="338554"/>
          </a:xfrm>
        </p:spPr>
        <p:txBody>
          <a:bodyPr wrap="square">
            <a:spAutoFit/>
          </a:bodyPr>
          <a:lstStyle>
            <a:lvl1pPr marL="9525" indent="0">
              <a:buNone/>
              <a:defRPr sz="16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03AB242-5B22-EE45-B20E-309AD9FC37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1957" y="1352811"/>
            <a:ext cx="2586038" cy="1547832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3</a:t>
            </a:r>
            <a:endParaRPr lang="pt-BR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0F7FD13-BFD4-3540-88B9-BBB5D5FB9B6F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849769" y="3671152"/>
            <a:ext cx="2586038" cy="2458186"/>
          </a:xfrm>
          <a:prstGeom prst="rect">
            <a:avLst/>
          </a:prstGeom>
        </p:spPr>
        <p:txBody>
          <a:bodyPr>
            <a:noAutofit/>
          </a:bodyPr>
          <a:lstStyle>
            <a:lvl1pPr marL="9525" indent="0">
              <a:buNone/>
              <a:defRPr sz="1200" b="1">
                <a:solidFill>
                  <a:schemeClr val="tx1"/>
                </a:solidFill>
              </a:defRPr>
            </a:lvl1pPr>
            <a:lvl2pPr marL="198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D18BDE1-83BD-804A-85C3-7AF997587D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631" y="2900643"/>
            <a:ext cx="2586038" cy="338554"/>
          </a:xfrm>
        </p:spPr>
        <p:txBody>
          <a:bodyPr wrap="square">
            <a:spAutoFit/>
          </a:bodyPr>
          <a:lstStyle>
            <a:lvl1pPr marL="9525" indent="0">
              <a:buNone/>
              <a:defRPr sz="16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8BC65EE-A600-884D-82A5-525E3E58E4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92631" y="1352811"/>
            <a:ext cx="2586038" cy="1547832"/>
          </a:xfrm>
        </p:spPr>
        <p:txBody>
          <a:bodyPr wrap="square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4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4</a:t>
            </a:r>
            <a:endParaRPr lang="pt-BR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0E89DF54-A13A-654D-B247-AB19D21DF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8425F21A-8981-F24B-AAC5-657F63883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03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3529013" cy="471646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2DB6B85-A8A6-8F4C-BD06-9D9284BC3B6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67439" y="1640473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A6ABBD-25EC-8A4E-80EE-9330EFE73E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9" y="1201274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47189838-CAC0-B84A-81A5-F92EA3F2B3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99360" y="1201274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EF72B60-4D54-F44E-A6F4-3426BB350BE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167439" y="2590499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9B41A52-71C7-494E-9E9E-B4088BCBAB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9" y="2151300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58D3535-6029-C84C-9FC8-AF9700D1FA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99360" y="2151300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9E2E2FD-ADAA-654E-BE72-A6F5405B86D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167439" y="3576150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2860C48C-1C22-6649-BF86-ECDD47C22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7439" y="3136951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BE0999A-C86C-9F4B-A453-9A3FB8FBFB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9360" y="3136951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25F7A2-8950-BE44-93F8-0403A14817E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67439" y="4538051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98FD014-0C42-E34C-81BA-71C9B597EF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9" y="4098852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FBE4C83-0171-E04C-97CB-0B8E2E26C1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99360" y="4098852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B883F97B-A0B6-8C4A-A4D9-4B897061F7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167439" y="5476202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6B09F8B-8686-6045-9427-C167318BA9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439" y="5037003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333C7FB4-B38E-8049-A2FC-790E2873C5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99360" y="5037003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CB7E53E-C3A1-FC4F-AC94-B9FE8E54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A5041BC8-6717-5446-A6D5-75BBDE22B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86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1052513"/>
            <a:ext cx="3529013" cy="471646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2DB6B85-A8A6-8F4C-BD06-9D9284BC3B6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67439" y="1640473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bg2">
                    <a:lumMod val="7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A6ABBD-25EC-8A4E-80EE-9330EFE73E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9" y="1201274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47189838-CAC0-B84A-81A5-F92EA3F2B3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99360" y="1201274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EF72B60-4D54-F44E-A6F4-3426BB350BE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167439" y="2590499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bg2">
                    <a:lumMod val="7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9B41A52-71C7-494E-9E9E-B4088BCBAB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9" y="2151300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58D3535-6029-C84C-9FC8-AF9700D1FA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99360" y="2151300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9E2E2FD-ADAA-654E-BE72-A6F5405B86D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167439" y="3576150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bg2">
                    <a:lumMod val="7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2860C48C-1C22-6649-BF86-ECDD47C22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7439" y="3136951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BE0999A-C86C-9F4B-A453-9A3FB8FBFB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9360" y="3136951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825F7A2-8950-BE44-93F8-0403A14817E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67439" y="4538051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bg2">
                    <a:lumMod val="7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98FD014-0C42-E34C-81BA-71C9B597EF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9" y="4098852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FBE4C83-0171-E04C-97CB-0B8E2E26C1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99360" y="4098852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B883F97B-A0B6-8C4A-A4D9-4B897061F7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167439" y="5476202"/>
            <a:ext cx="529272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9525" indent="0">
              <a:buNone/>
              <a:defRPr sz="1200" b="0">
                <a:solidFill>
                  <a:schemeClr val="bg2">
                    <a:lumMod val="75000"/>
                  </a:schemeClr>
                </a:solidFill>
              </a:defRPr>
            </a:lvl1pPr>
            <a:lvl2pPr marL="198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640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2388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33437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err="1"/>
              <a:t>Subtítulo</a:t>
            </a:r>
            <a:endParaRPr lang="pt-BR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6B09F8B-8686-6045-9427-C167318BA9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439" y="5037003"/>
            <a:ext cx="5292724" cy="400110"/>
          </a:xfrm>
        </p:spPr>
        <p:txBody>
          <a:bodyPr wrap="square">
            <a:spAutoFit/>
          </a:bodyPr>
          <a:lstStyle>
            <a:lvl1pPr marL="9525" indent="0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333C7FB4-B38E-8049-A2FC-790E2873C5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99360" y="5037003"/>
            <a:ext cx="925203" cy="400110"/>
          </a:xfrm>
        </p:spPr>
        <p:txBody>
          <a:bodyPr wrap="square">
            <a:spAutoFit/>
          </a:bodyPr>
          <a:lstStyle>
            <a:lvl1pPr marL="9525" indent="0" algn="r">
              <a:buFont typeface="+mj-lt"/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B3DC04DC-4A08-D14D-AB42-6D70B505C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70E9521F-03A8-9B49-8943-F09510C73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7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ário Executiv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C7AB-416B-C34F-AD52-8302A78BC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36773"/>
            <a:ext cx="8964613" cy="5355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do slide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4EE6E6-FC4B-7343-B202-D016EE7C0179}"/>
              </a:ext>
            </a:extLst>
          </p:cNvPr>
          <p:cNvCxnSpPr>
            <a:cxnSpLocks/>
          </p:cNvCxnSpPr>
          <p:nvPr/>
        </p:nvCxnSpPr>
        <p:spPr>
          <a:xfrm>
            <a:off x="695325" y="1398494"/>
            <a:ext cx="114966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CC3F84-6DCE-F74B-8A35-71001754A3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8187" y="3241958"/>
            <a:ext cx="2586038" cy="28873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BA88456-A277-994A-BCCB-A356737F2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187" y="2481200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1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D04A5D-6C58-E84B-8B8C-348AB017FA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8187" y="2904816"/>
            <a:ext cx="2586038" cy="286232"/>
          </a:xfrm>
        </p:spPr>
        <p:txBody>
          <a:bodyPr wrap="square">
            <a:spAutoFit/>
          </a:bodyPr>
          <a:lstStyle>
            <a:lvl1pPr marL="9525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FD89073-AA5A-9541-A9B6-504FB60E5BB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441046" y="3241958"/>
            <a:ext cx="2586038" cy="28873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D23D83-FFFF-2449-B1B6-FC3677606B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41046" y="2481200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2</a:t>
            </a:r>
            <a:endParaRPr lang="pt-BR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0AFA5DB-BC87-3844-B1F4-57F2680A73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41046" y="2904816"/>
            <a:ext cx="2586038" cy="286232"/>
          </a:xfrm>
        </p:spPr>
        <p:txBody>
          <a:bodyPr wrap="square">
            <a:spAutoFit/>
          </a:bodyPr>
          <a:lstStyle>
            <a:lvl1pPr marL="9525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625BE81-5CCB-9843-8B37-FD5F0DBA0AC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4246" y="3241958"/>
            <a:ext cx="2586038" cy="28873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0B4A47-2ED6-A143-9F92-E6721F4FC0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246" y="2481200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3</a:t>
            </a:r>
            <a:endParaRPr lang="pt-BR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7EE87C5-9D17-FE47-9563-71F71DC8B9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246" y="2904816"/>
            <a:ext cx="2586038" cy="286232"/>
          </a:xfrm>
        </p:spPr>
        <p:txBody>
          <a:bodyPr wrap="square">
            <a:spAutoFit/>
          </a:bodyPr>
          <a:lstStyle>
            <a:lvl1pPr marL="9525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D251C57-B855-3D46-855F-D8E02952D7E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873658" y="3241958"/>
            <a:ext cx="2586038" cy="28873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685E35-96B7-B34E-AA85-1973AA223E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73658" y="2481200"/>
            <a:ext cx="2586038" cy="400110"/>
          </a:xfrm>
        </p:spPr>
        <p:txBody>
          <a:bodyPr wrap="square">
            <a:spAutoFit/>
          </a:bodyPr>
          <a:lstStyle>
            <a:lvl1pPr marL="9525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GB"/>
              <a:t>4</a:t>
            </a:r>
            <a:endParaRPr lang="pt-BR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D7DC7FC-E826-2746-A48B-C4C261417C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73658" y="2904816"/>
            <a:ext cx="2586038" cy="286232"/>
          </a:xfrm>
        </p:spPr>
        <p:txBody>
          <a:bodyPr wrap="square">
            <a:spAutoFit/>
          </a:bodyPr>
          <a:lstStyle>
            <a:lvl1pPr marL="9525" indent="0">
              <a:buNone/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err="1"/>
              <a:t>Título</a:t>
            </a:r>
            <a:endParaRPr lang="pt-BR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4E71D3-B07B-034D-96E5-D57DA6BC4E0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8188" y="1670244"/>
            <a:ext cx="876300" cy="747713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7805C238-874F-7041-A742-398085F999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433886" y="1670244"/>
            <a:ext cx="876300" cy="747713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7FB6007F-4A19-DB47-8A53-CA1FCF557C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65211" y="1670244"/>
            <a:ext cx="876300" cy="747713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467EE830-29E5-0A43-A099-6CCD100066F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860909" y="1670244"/>
            <a:ext cx="876300" cy="747713"/>
          </a:xfrm>
        </p:spPr>
        <p:txBody>
          <a:bodyPr anchor="ctr"/>
          <a:lstStyle>
            <a:lvl1pPr marL="9525" indent="0" algn="ctr">
              <a:buNone/>
              <a:defRPr/>
            </a:lvl1pPr>
          </a:lstStyle>
          <a:p>
            <a:r>
              <a:rPr lang="pt-BR"/>
              <a:t>Ícone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A9C0BA49-D99D-3B41-B78F-9C89C1CBD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F7FBC820-9FBF-8A4A-9D1B-D3475FF25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7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3AF1-8F76-0F46-B8E1-E9C304052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728663"/>
            <a:ext cx="8964613" cy="2700337"/>
          </a:xfrm>
          <a:ln w="12700">
            <a:solidFill>
              <a:schemeClr val="accent1"/>
            </a:solidFill>
          </a:ln>
        </p:spPr>
        <p:txBody>
          <a:bodyPr lIns="180000" tIns="180000" rIns="1440000" bIns="180000" anchor="b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8803-2A7C-0242-B622-7729E021D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3732666"/>
            <a:ext cx="5329238" cy="904648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47744-D549-7746-B357-BCC356D4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02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BA58-EAAF-DD4F-814D-1A47614C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19D4E-AAA2-2B4A-8209-5517C56E0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0294AC-1914-B542-A589-2AC352378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0138F8C-ABAE-A245-A4CF-DA8BBFC42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A8A6E0-7E17-A84B-874F-6DBFDB3E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475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62A3-B568-BC46-B7AF-58832B50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63" y="2817247"/>
            <a:ext cx="3492500" cy="2852737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0B8F-4C17-6D4A-B26E-34D80A4B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7662" y="5794129"/>
            <a:ext cx="3492501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F1FE-74EC-904B-9A93-C8D52EB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75BF38-4E2D-EF4F-8F61-7C55B8A794DA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B2B5-3663-9946-A005-4748E426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818153-77BB-6E4A-A142-05FFF54F4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742612"/>
            <a:ext cx="3529014" cy="5386726"/>
          </a:xfrm>
          <a:ln w="12700">
            <a:solidFill>
              <a:schemeClr val="accent1"/>
            </a:solidFill>
          </a:ln>
        </p:spPr>
        <p:txBody>
          <a:bodyPr lIns="288000" tIns="108000" rIns="108000" bIns="0" anchor="b">
            <a:noAutofit/>
          </a:bodyPr>
          <a:lstStyle>
            <a:lvl1pPr marL="9525" indent="0">
              <a:lnSpc>
                <a:spcPct val="100000"/>
              </a:lnSpc>
              <a:spcBef>
                <a:spcPts val="0"/>
              </a:spcBef>
              <a:buNone/>
              <a:defRPr sz="120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62184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D50A-8767-A04B-9FEA-ADB37303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703C8-C17D-E643-9D31-A0D61789A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F5A74-ED04-2246-8EEE-40748C0B4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B0361-37C7-D84C-AA17-AA44D689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7BC688-0E0E-2242-9CBF-B52D76EBAA7C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B3E25-BC2E-1743-B30F-B40A314E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A7BFF3-FD21-9E49-9541-968DC9F85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ACF0FB7-0A90-044C-B4E8-D5AC4D98887A}"/>
              </a:ext>
            </a:extLst>
          </p:cNvPr>
          <p:cNvSpPr txBox="1">
            <a:spLocks/>
          </p:cNvSpPr>
          <p:nvPr/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defPPr>
              <a:defRPr lang="en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DAE491-57AA-344D-ABE9-6054BF571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092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003C-E62E-884A-B259-F118EF3B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BF97-A088-C045-B14D-EEF391D94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5C1C5-5C6A-604E-83A6-6EB5BEED9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15877"/>
            <a:ext cx="5157787" cy="35737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ADCD6-589D-6F45-A29F-003C89045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2EF6C-E3EA-0D47-AD67-5ABA93C6D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15877"/>
            <a:ext cx="5183188" cy="35737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4E7A2-83E9-4040-BD4E-90B3376F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BEE625-4172-A64E-AFA2-0FEC88A565F5}" type="datetime1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D776C-5046-254C-8F56-38D5E685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FE12F33-A202-CE43-B7E1-FCA39C9D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C4B5E53-91A5-3C4E-B0B8-21F355D7AAFA}"/>
              </a:ext>
            </a:extLst>
          </p:cNvPr>
          <p:cNvSpPr txBox="1">
            <a:spLocks/>
          </p:cNvSpPr>
          <p:nvPr/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defPPr>
              <a:defRPr lang="en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7D6371-C950-954A-BBF2-57074B23F561}" type="datetime1">
              <a:rPr lang="en-US" smtClean="0"/>
              <a:pPr/>
              <a:t>5/16/2026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01417E-3A81-D145-9175-2B0A2D957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048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763D-14F4-0045-AC36-34F4B415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91E65-81BA-294F-9CF8-DC9AA698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B35FF-5B38-C641-AC0E-DD3AC7BF0D68}" type="datetime1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25F55-D4F9-9544-9AE1-FEBE6EA0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804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A0F76-BADF-FD47-ACCA-F6FDE64F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7CAA43-2A28-FF4A-8BC4-06D34AE1CD4C}" type="datetime1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2BF7F-3C69-BD4D-B4C9-40011188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E2026-CE5F-9C4B-8777-F1B08990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754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0787-57E3-C64B-BD02-E7B3FE29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42A5A-57FA-3B42-A40C-FA0DE248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210446"/>
            <a:ext cx="6172200" cy="3650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3C1AD-8AD5-8E4A-AF89-A31852AE4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10764"/>
            <a:ext cx="3932237" cy="36582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49BC2-9138-DE46-816A-0B815BB5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149C-619F-EC42-A1A7-838B4B17958F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DA6FF-A2B3-174B-88D6-832FC261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EEE21-7454-3D49-A77B-5DD63B46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477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2902-47A4-A94C-89D7-AE065BE3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188F6-519F-ED43-A70E-4DDF75003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2F3C7-D5D6-6140-B8FE-79F753CD5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3914"/>
            <a:ext cx="3932237" cy="36350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11341-B603-C848-ADAF-8309F4AE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4F7986-C1CB-C541-9B8F-1E045B56A248}" type="datetime1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57692-C60C-DB4C-8544-0883BD58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A2AA8-32DC-C049-8F68-2311921D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921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A060-88CB-0342-9F7C-3FFEBA1A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160ED-C25B-9D4E-A19A-9DE04CB5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FB799-4E50-5847-924E-16598263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FFA80D-93CE-6547-B71A-785ED47CA319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3FE77-7B19-AC45-8B8F-099D9445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7A22A-136E-8241-8836-74D053C8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42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C78CF-C26A-3D49-9F6E-E19E57624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F288B-5524-914A-A675-7EDBA5E14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D23E3-9199-F740-AF26-FB1D7EA5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5CA0D2-F95E-174A-84A8-34D9B05174D5}" type="datetime1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9720-9831-B74F-BA5D-17D9EB89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132A9-E84F-7442-B406-AE7AE031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/>
          <a:lstStyle/>
          <a:p>
            <a:fld id="{4C4F8848-02A9-844D-A698-131FEAFB87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0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3.e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4.emf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44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14E8-26D0-3E4E-BF49-B362E8D75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0F8D5781-E842-914C-A295-D6B59AB2AD2D}" type="slidenum">
              <a:rPr lang="pt-BR" smtClean="0"/>
              <a:t>‹nº›</a:t>
            </a:fld>
            <a:endParaRPr lang="pt-BR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pt-BR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ADA41C9-3A4E-9F4D-B3E0-976BDA84A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53680" y="743941"/>
            <a:ext cx="1528994" cy="176974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CD519CCA-1CC8-A741-981E-AF03E0073810}" type="datetimeFigureOut">
              <a:rPr lang="pt-BR" smtClean="0"/>
              <a:t>16/05/2026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60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73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5355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pt-BR" noProof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E134EBE2-654B-1141-AE4C-9705D7259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F83AB924-F35F-2E4A-8950-287B15708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9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  <p15:guide id="21" orient="horz" pos="572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584775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14E8-26D0-3E4E-BF49-B362E8D75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2674" y="742612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pt-BR" noProof="0" smtClean="0"/>
              <a:pPr/>
              <a:t>‹nº›</a:t>
            </a:fld>
            <a:endParaRPr lang="pt-BR" noProof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pt-BR" noProof="0"/>
          </a:p>
        </p:txBody>
      </p:sp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ADA41C9-3A4E-9F4D-B3E0-976BDA84A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53680" y="743941"/>
            <a:ext cx="1528994" cy="176974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EBA2C064-E05B-1148-9B9E-8FFCF3F837E6}" type="datetime1">
              <a:rPr lang="pt-BR" noProof="0" smtClean="0"/>
              <a:t>16/05/2026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041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  <p15:guide id="21" orient="horz" pos="572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5355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54EAC41-F708-2141-8D56-7031239C1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88036EAB-2900-B147-A895-9D98690E4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  <p15:guide id="21" orient="horz" pos="57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5355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pt-BR" noProof="0"/>
              <a:t>Clique para editar os estilos de texto Mestres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A6367F5-9630-5743-8E73-BEEF61138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CF234E02-F43E-984E-AAD5-94124E797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B6DAE7-FD2A-5545-B98D-E4AAC54AB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979" y="478844"/>
            <a:ext cx="814786" cy="1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3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A199E5-C4C2-D747-958C-77A6FFCC54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473" y="-8436342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6A40B8-4959-8949-9214-A77EA462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742612"/>
            <a:ext cx="8036293" cy="44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2624A-88B9-FA48-B84E-A4E11D30B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20" y="1825625"/>
            <a:ext cx="10740222" cy="428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59B14-BFAD-184E-A629-B45A6A103B54}"/>
              </a:ext>
            </a:extLst>
          </p:cNvPr>
          <p:cNvGrpSpPr/>
          <p:nvPr/>
        </p:nvGrpSpPr>
        <p:grpSpPr>
          <a:xfrm>
            <a:off x="722420" y="7020098"/>
            <a:ext cx="10759174" cy="322898"/>
            <a:chOff x="722420" y="7020098"/>
            <a:chExt cx="10759174" cy="322898"/>
          </a:xfrm>
          <a:solidFill>
            <a:schemeClr val="bg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0902A-DB0B-704A-B39F-7B5480B00224}"/>
                </a:ext>
              </a:extLst>
            </p:cNvPr>
            <p:cNvSpPr/>
            <p:nvPr/>
          </p:nvSpPr>
          <p:spPr>
            <a:xfrm>
              <a:off x="72242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A6A7D5-5EFE-E047-99FF-268A16D96F2A}"/>
                </a:ext>
              </a:extLst>
            </p:cNvPr>
            <p:cNvSpPr/>
            <p:nvPr/>
          </p:nvSpPr>
          <p:spPr>
            <a:xfrm>
              <a:off x="1628199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50BDC7-183E-E94E-82BD-2CB89978D062}"/>
                </a:ext>
              </a:extLst>
            </p:cNvPr>
            <p:cNvSpPr/>
            <p:nvPr/>
          </p:nvSpPr>
          <p:spPr>
            <a:xfrm>
              <a:off x="2533978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7CDD92-A5C6-1042-8A75-4CEF5FFEFFD6}"/>
                </a:ext>
              </a:extLst>
            </p:cNvPr>
            <p:cNvSpPr/>
            <p:nvPr/>
          </p:nvSpPr>
          <p:spPr>
            <a:xfrm>
              <a:off x="3439757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D9E2D-7574-CE40-A81F-B8692E8E143D}"/>
                </a:ext>
              </a:extLst>
            </p:cNvPr>
            <p:cNvSpPr/>
            <p:nvPr/>
          </p:nvSpPr>
          <p:spPr>
            <a:xfrm>
              <a:off x="4345536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DD9FAA-8488-CC47-82BC-F5DF95A2B69D}"/>
                </a:ext>
              </a:extLst>
            </p:cNvPr>
            <p:cNvSpPr/>
            <p:nvPr/>
          </p:nvSpPr>
          <p:spPr>
            <a:xfrm>
              <a:off x="5251315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C3F4C9-8D0F-BD45-9752-7C498E9E46CB}"/>
                </a:ext>
              </a:extLst>
            </p:cNvPr>
            <p:cNvSpPr/>
            <p:nvPr/>
          </p:nvSpPr>
          <p:spPr>
            <a:xfrm>
              <a:off x="61570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66C052-E57A-1247-97FB-4D58A7D6E834}"/>
                </a:ext>
              </a:extLst>
            </p:cNvPr>
            <p:cNvSpPr/>
            <p:nvPr/>
          </p:nvSpPr>
          <p:spPr>
            <a:xfrm>
              <a:off x="7062873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9CAC8F-0EBC-434A-A567-88BB85D5BAF6}"/>
                </a:ext>
              </a:extLst>
            </p:cNvPr>
            <p:cNvSpPr/>
            <p:nvPr/>
          </p:nvSpPr>
          <p:spPr>
            <a:xfrm>
              <a:off x="7968652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A2467-4B2D-DC4B-AEA4-B4399CCC3382}"/>
                </a:ext>
              </a:extLst>
            </p:cNvPr>
            <p:cNvSpPr/>
            <p:nvPr/>
          </p:nvSpPr>
          <p:spPr>
            <a:xfrm>
              <a:off x="8874431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001B90-CFB8-2543-934A-2BF7578450B6}"/>
                </a:ext>
              </a:extLst>
            </p:cNvPr>
            <p:cNvSpPr/>
            <p:nvPr/>
          </p:nvSpPr>
          <p:spPr>
            <a:xfrm>
              <a:off x="9780210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513F07-6629-3449-B634-7B0C1878F386}"/>
                </a:ext>
              </a:extLst>
            </p:cNvPr>
            <p:cNvSpPr/>
            <p:nvPr/>
          </p:nvSpPr>
          <p:spPr>
            <a:xfrm>
              <a:off x="10685994" y="7020098"/>
              <a:ext cx="7956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1/12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BDE499-7572-F947-AB4F-AED991934D30}"/>
              </a:ext>
            </a:extLst>
          </p:cNvPr>
          <p:cNvGrpSpPr/>
          <p:nvPr/>
        </p:nvGrpSpPr>
        <p:grpSpPr>
          <a:xfrm>
            <a:off x="722420" y="7431712"/>
            <a:ext cx="10744463" cy="322898"/>
            <a:chOff x="722420" y="7431712"/>
            <a:chExt cx="10744463" cy="322898"/>
          </a:xfrm>
          <a:solidFill>
            <a:schemeClr val="bg1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C3CBEC-C7A6-E24A-8B7A-5812ADF7EDB2}"/>
                </a:ext>
              </a:extLst>
            </p:cNvPr>
            <p:cNvSpPr/>
            <p:nvPr/>
          </p:nvSpPr>
          <p:spPr>
            <a:xfrm>
              <a:off x="722420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D73598-E198-6D4F-9214-D07962E56DE0}"/>
                </a:ext>
              </a:extLst>
            </p:cNvPr>
            <p:cNvSpPr/>
            <p:nvPr/>
          </p:nvSpPr>
          <p:spPr>
            <a:xfrm>
              <a:off x="2892836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F2A04D-B5DA-7C4A-BA15-1F7D9ED0448F}"/>
                </a:ext>
              </a:extLst>
            </p:cNvPr>
            <p:cNvSpPr/>
            <p:nvPr/>
          </p:nvSpPr>
          <p:spPr>
            <a:xfrm>
              <a:off x="5063252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A313A7-BA67-CC46-B5D1-1EEC8FC9FCD2}"/>
                </a:ext>
              </a:extLst>
            </p:cNvPr>
            <p:cNvSpPr/>
            <p:nvPr/>
          </p:nvSpPr>
          <p:spPr>
            <a:xfrm>
              <a:off x="7233668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2EA62D-18B6-8244-8481-424298E53325}"/>
                </a:ext>
              </a:extLst>
            </p:cNvPr>
            <p:cNvSpPr/>
            <p:nvPr/>
          </p:nvSpPr>
          <p:spPr>
            <a:xfrm>
              <a:off x="9404083" y="7431712"/>
              <a:ext cx="2062800" cy="3228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bg1">
                      <a:lumMod val="65000"/>
                    </a:schemeClr>
                  </a:solidFill>
                </a:rPr>
                <a:t>1/5</a:t>
              </a:r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7A250B5-640D-584F-82C4-7BAC256E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111D735-5C91-4B49-BF90-6A252CD9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C4F8848-02A9-844D-A698-131FEAFB87A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BB2D575C-3636-DB4B-921D-14AE475CB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0948" y="447906"/>
            <a:ext cx="814786" cy="175645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fld id="{467D6371-C950-954A-BBF2-57074B23F561}" type="datetime1">
              <a:rPr lang="en-US" smtClean="0"/>
              <a:t>5/16/2026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4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8113" indent="-128588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317500" indent="-1190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534988" indent="-1285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803275" indent="-1793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031875" indent="-198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7219">
          <p15:clr>
            <a:srgbClr val="F26B43"/>
          </p15:clr>
        </p15:guide>
        <p15:guide id="4" pos="438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orient="horz" pos="459">
          <p15:clr>
            <a:srgbClr val="F26B43"/>
          </p15:clr>
        </p15:guide>
        <p15:guide id="7" pos="1527">
          <p15:clr>
            <a:srgbClr val="A4A3A4"/>
          </p15:clr>
        </p15:guide>
        <p15:guide id="8" pos="1595">
          <p15:clr>
            <a:srgbClr val="A4A3A4"/>
          </p15:clr>
        </p15:guide>
        <p15:guide id="9" pos="2661">
          <p15:clr>
            <a:srgbClr val="A4A3A4"/>
          </p15:clr>
        </p15:guide>
        <p15:guide id="10" pos="2729">
          <p15:clr>
            <a:srgbClr val="A4A3A4"/>
          </p15:clr>
        </p15:guide>
        <p15:guide id="11" pos="3795">
          <p15:clr>
            <a:srgbClr val="FBAE40"/>
          </p15:clr>
        </p15:guide>
        <p15:guide id="12" pos="3885">
          <p15:clr>
            <a:srgbClr val="FBAE40"/>
          </p15:clr>
        </p15:guide>
        <p15:guide id="13" pos="4951">
          <p15:clr>
            <a:srgbClr val="A4A3A4"/>
          </p15:clr>
        </p15:guide>
        <p15:guide id="14" pos="5019">
          <p15:clr>
            <a:srgbClr val="A4A3A4"/>
          </p15:clr>
        </p15:guide>
        <p15:guide id="15" pos="6085">
          <p15:clr>
            <a:srgbClr val="A4A3A4"/>
          </p15:clr>
        </p15:guide>
        <p15:guide id="16" pos="6153">
          <p15:clr>
            <a:srgbClr val="A4A3A4"/>
          </p15:clr>
        </p15:guide>
        <p15:guide id="17" pos="2094">
          <p15:clr>
            <a:srgbClr val="FDE53C"/>
          </p15:clr>
        </p15:guide>
        <p15:guide id="18" pos="2162">
          <p15:clr>
            <a:srgbClr val="FDE53C"/>
          </p15:clr>
        </p15:guide>
        <p15:guide id="19" pos="5586">
          <p15:clr>
            <a:srgbClr val="FDE53C"/>
          </p15:clr>
        </p15:guide>
        <p15:guide id="20" pos="5518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eamlinehq.com/icon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elodesign@elogroup.com.br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13.xml"/><Relationship Id="rId18" Type="http://schemas.openxmlformats.org/officeDocument/2006/relationships/slide" Target="slide18.xml"/><Relationship Id="rId26" Type="http://schemas.openxmlformats.org/officeDocument/2006/relationships/slide" Target="slide27.xml"/><Relationship Id="rId39" Type="http://schemas.openxmlformats.org/officeDocument/2006/relationships/slide" Target="slide40.xml"/><Relationship Id="rId21" Type="http://schemas.openxmlformats.org/officeDocument/2006/relationships/slide" Target="slide21.xml"/><Relationship Id="rId34" Type="http://schemas.openxmlformats.org/officeDocument/2006/relationships/slide" Target="slide35.xml"/><Relationship Id="rId42" Type="http://schemas.openxmlformats.org/officeDocument/2006/relationships/slide" Target="slide43.xml"/><Relationship Id="rId7" Type="http://schemas.openxmlformats.org/officeDocument/2006/relationships/slide" Target="slide7.xml"/><Relationship Id="rId2" Type="http://schemas.openxmlformats.org/officeDocument/2006/relationships/slide" Target="slide3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29" Type="http://schemas.openxmlformats.org/officeDocument/2006/relationships/slide" Target="slide30.xml"/><Relationship Id="rId41" Type="http://schemas.openxmlformats.org/officeDocument/2006/relationships/slide" Target="slide42.xml"/><Relationship Id="rId1" Type="http://schemas.openxmlformats.org/officeDocument/2006/relationships/slideLayout" Target="../slideLayouts/slideLayout16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5.xml"/><Relationship Id="rId32" Type="http://schemas.openxmlformats.org/officeDocument/2006/relationships/slide" Target="slide33.xml"/><Relationship Id="rId37" Type="http://schemas.openxmlformats.org/officeDocument/2006/relationships/slide" Target="slide38.xml"/><Relationship Id="rId40" Type="http://schemas.openxmlformats.org/officeDocument/2006/relationships/slide" Target="slide4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4.xml"/><Relationship Id="rId28" Type="http://schemas.openxmlformats.org/officeDocument/2006/relationships/slide" Target="slide29.xml"/><Relationship Id="rId36" Type="http://schemas.openxmlformats.org/officeDocument/2006/relationships/slide" Target="slide37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31" Type="http://schemas.openxmlformats.org/officeDocument/2006/relationships/slide" Target="slide32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Relationship Id="rId27" Type="http://schemas.openxmlformats.org/officeDocument/2006/relationships/slide" Target="slide28.xml"/><Relationship Id="rId30" Type="http://schemas.openxmlformats.org/officeDocument/2006/relationships/slide" Target="slide31.xml"/><Relationship Id="rId35" Type="http://schemas.openxmlformats.org/officeDocument/2006/relationships/slide" Target="slide36.xml"/><Relationship Id="rId8" Type="http://schemas.openxmlformats.org/officeDocument/2006/relationships/slide" Target="slide8.xml"/><Relationship Id="rId3" Type="http://schemas.openxmlformats.org/officeDocument/2006/relationships/slide" Target="slide2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5" Type="http://schemas.openxmlformats.org/officeDocument/2006/relationships/slide" Target="slide26.xml"/><Relationship Id="rId33" Type="http://schemas.openxmlformats.org/officeDocument/2006/relationships/slide" Target="slide34.xml"/><Relationship Id="rId38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26" Type="http://schemas.openxmlformats.org/officeDocument/2006/relationships/image" Target="../media/image30.svg"/><Relationship Id="rId39" Type="http://schemas.openxmlformats.org/officeDocument/2006/relationships/image" Target="../media/image43.svg"/><Relationship Id="rId21" Type="http://schemas.openxmlformats.org/officeDocument/2006/relationships/image" Target="../media/image25.svg"/><Relationship Id="rId34" Type="http://schemas.openxmlformats.org/officeDocument/2006/relationships/image" Target="../media/image38.svg"/><Relationship Id="rId42" Type="http://schemas.openxmlformats.org/officeDocument/2006/relationships/image" Target="../media/image46.svg"/><Relationship Id="rId47" Type="http://schemas.openxmlformats.org/officeDocument/2006/relationships/image" Target="../media/image51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24" Type="http://schemas.openxmlformats.org/officeDocument/2006/relationships/image" Target="../media/image28.svg"/><Relationship Id="rId32" Type="http://schemas.openxmlformats.org/officeDocument/2006/relationships/image" Target="../media/image36.svg"/><Relationship Id="rId37" Type="http://schemas.openxmlformats.org/officeDocument/2006/relationships/image" Target="../media/image41.svg"/><Relationship Id="rId40" Type="http://schemas.openxmlformats.org/officeDocument/2006/relationships/image" Target="../media/image44.svg"/><Relationship Id="rId45" Type="http://schemas.openxmlformats.org/officeDocument/2006/relationships/image" Target="../media/image49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svg"/><Relationship Id="rId36" Type="http://schemas.openxmlformats.org/officeDocument/2006/relationships/image" Target="../media/image40.svg"/><Relationship Id="rId10" Type="http://schemas.openxmlformats.org/officeDocument/2006/relationships/image" Target="../media/image14.sv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4" Type="http://schemas.openxmlformats.org/officeDocument/2006/relationships/image" Target="../media/image48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Relationship Id="rId22" Type="http://schemas.openxmlformats.org/officeDocument/2006/relationships/image" Target="../media/image26.svg"/><Relationship Id="rId27" Type="http://schemas.openxmlformats.org/officeDocument/2006/relationships/image" Target="../media/image31.svg"/><Relationship Id="rId30" Type="http://schemas.openxmlformats.org/officeDocument/2006/relationships/image" Target="../media/image34.svg"/><Relationship Id="rId35" Type="http://schemas.openxmlformats.org/officeDocument/2006/relationships/image" Target="../media/image39.svg"/><Relationship Id="rId43" Type="http://schemas.openxmlformats.org/officeDocument/2006/relationships/image" Target="../media/image47.svg"/><Relationship Id="rId48" Type="http://schemas.openxmlformats.org/officeDocument/2006/relationships/image" Target="../media/image52.svg"/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38" Type="http://schemas.openxmlformats.org/officeDocument/2006/relationships/image" Target="../media/image42.svg"/><Relationship Id="rId46" Type="http://schemas.openxmlformats.org/officeDocument/2006/relationships/image" Target="../media/image50.svg"/><Relationship Id="rId20" Type="http://schemas.openxmlformats.org/officeDocument/2006/relationships/image" Target="../media/image24.svg"/><Relationship Id="rId41" Type="http://schemas.openxmlformats.org/officeDocument/2006/relationships/image" Target="../media/image4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2.svg"/><Relationship Id="rId18" Type="http://schemas.openxmlformats.org/officeDocument/2006/relationships/image" Target="../media/image67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12" Type="http://schemas.openxmlformats.org/officeDocument/2006/relationships/image" Target="../media/image61.svg"/><Relationship Id="rId17" Type="http://schemas.openxmlformats.org/officeDocument/2006/relationships/image" Target="../media/image66.svg"/><Relationship Id="rId2" Type="http://schemas.openxmlformats.org/officeDocument/2006/relationships/image" Target="../media/image23.svg"/><Relationship Id="rId16" Type="http://schemas.openxmlformats.org/officeDocument/2006/relationships/image" Target="../media/image65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svg"/><Relationship Id="rId11" Type="http://schemas.openxmlformats.org/officeDocument/2006/relationships/image" Target="../media/image60.svg"/><Relationship Id="rId5" Type="http://schemas.openxmlformats.org/officeDocument/2006/relationships/image" Target="../media/image55.svg"/><Relationship Id="rId15" Type="http://schemas.openxmlformats.org/officeDocument/2006/relationships/image" Target="../media/image64.svg"/><Relationship Id="rId10" Type="http://schemas.openxmlformats.org/officeDocument/2006/relationships/image" Target="../media/image24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Relationship Id="rId14" Type="http://schemas.openxmlformats.org/officeDocument/2006/relationships/image" Target="../media/image6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33.svg"/><Relationship Id="rId18" Type="http://schemas.openxmlformats.org/officeDocument/2006/relationships/image" Target="../media/image79.svg"/><Relationship Id="rId26" Type="http://schemas.openxmlformats.org/officeDocument/2006/relationships/image" Target="../media/image49.svg"/><Relationship Id="rId3" Type="http://schemas.openxmlformats.org/officeDocument/2006/relationships/image" Target="../media/image68.svg"/><Relationship Id="rId21" Type="http://schemas.openxmlformats.org/officeDocument/2006/relationships/image" Target="../media/image80.svg"/><Relationship Id="rId7" Type="http://schemas.openxmlformats.org/officeDocument/2006/relationships/image" Target="../media/image71.svg"/><Relationship Id="rId12" Type="http://schemas.openxmlformats.org/officeDocument/2006/relationships/image" Target="../media/image76.svg"/><Relationship Id="rId17" Type="http://schemas.openxmlformats.org/officeDocument/2006/relationships/image" Target="../media/image40.svg"/><Relationship Id="rId25" Type="http://schemas.openxmlformats.org/officeDocument/2006/relationships/image" Target="../media/image83.svg"/><Relationship Id="rId2" Type="http://schemas.openxmlformats.org/officeDocument/2006/relationships/image" Target="../media/image48.svg"/><Relationship Id="rId16" Type="http://schemas.openxmlformats.org/officeDocument/2006/relationships/image" Target="../media/image39.svg"/><Relationship Id="rId20" Type="http://schemas.openxmlformats.org/officeDocument/2006/relationships/image" Target="../media/image46.svg"/><Relationship Id="rId29" Type="http://schemas.openxmlformats.org/officeDocument/2006/relationships/image" Target="../media/image52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0.svg"/><Relationship Id="rId11" Type="http://schemas.openxmlformats.org/officeDocument/2006/relationships/image" Target="../media/image75.svg"/><Relationship Id="rId24" Type="http://schemas.openxmlformats.org/officeDocument/2006/relationships/image" Target="../media/image47.svg"/><Relationship Id="rId5" Type="http://schemas.openxmlformats.org/officeDocument/2006/relationships/image" Target="../media/image30.svg"/><Relationship Id="rId15" Type="http://schemas.openxmlformats.org/officeDocument/2006/relationships/image" Target="../media/image78.svg"/><Relationship Id="rId23" Type="http://schemas.openxmlformats.org/officeDocument/2006/relationships/image" Target="../media/image82.svg"/><Relationship Id="rId28" Type="http://schemas.openxmlformats.org/officeDocument/2006/relationships/image" Target="../media/image84.svg"/><Relationship Id="rId10" Type="http://schemas.openxmlformats.org/officeDocument/2006/relationships/image" Target="../media/image74.svg"/><Relationship Id="rId19" Type="http://schemas.openxmlformats.org/officeDocument/2006/relationships/image" Target="../media/image45.svg"/><Relationship Id="rId31" Type="http://schemas.openxmlformats.org/officeDocument/2006/relationships/image" Target="../media/image86.svg"/><Relationship Id="rId4" Type="http://schemas.openxmlformats.org/officeDocument/2006/relationships/image" Target="../media/image69.svg"/><Relationship Id="rId9" Type="http://schemas.openxmlformats.org/officeDocument/2006/relationships/image" Target="../media/image73.svg"/><Relationship Id="rId14" Type="http://schemas.openxmlformats.org/officeDocument/2006/relationships/image" Target="../media/image77.svg"/><Relationship Id="rId22" Type="http://schemas.openxmlformats.org/officeDocument/2006/relationships/image" Target="../media/image81.svg"/><Relationship Id="rId27" Type="http://schemas.openxmlformats.org/officeDocument/2006/relationships/image" Target="../media/image51.svg"/><Relationship Id="rId30" Type="http://schemas.openxmlformats.org/officeDocument/2006/relationships/image" Target="../media/image8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3.svg"/><Relationship Id="rId18" Type="http://schemas.openxmlformats.org/officeDocument/2006/relationships/image" Target="../media/image96.svg"/><Relationship Id="rId26" Type="http://schemas.openxmlformats.org/officeDocument/2006/relationships/image" Target="../media/image50.svg"/><Relationship Id="rId3" Type="http://schemas.openxmlformats.org/officeDocument/2006/relationships/image" Target="../media/image87.svg"/><Relationship Id="rId21" Type="http://schemas.openxmlformats.org/officeDocument/2006/relationships/image" Target="../media/image42.svg"/><Relationship Id="rId7" Type="http://schemas.openxmlformats.org/officeDocument/2006/relationships/image" Target="../media/image89.svg"/><Relationship Id="rId12" Type="http://schemas.openxmlformats.org/officeDocument/2006/relationships/image" Target="../media/image92.svg"/><Relationship Id="rId17" Type="http://schemas.openxmlformats.org/officeDocument/2006/relationships/image" Target="../media/image41.svg"/><Relationship Id="rId25" Type="http://schemas.openxmlformats.org/officeDocument/2006/relationships/image" Target="../media/image44.svg"/><Relationship Id="rId2" Type="http://schemas.openxmlformats.org/officeDocument/2006/relationships/image" Target="../media/image31.svg"/><Relationship Id="rId16" Type="http://schemas.openxmlformats.org/officeDocument/2006/relationships/image" Target="../media/image95.svg"/><Relationship Id="rId20" Type="http://schemas.openxmlformats.org/officeDocument/2006/relationships/image" Target="../media/image9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svg"/><Relationship Id="rId11" Type="http://schemas.openxmlformats.org/officeDocument/2006/relationships/image" Target="../media/image36.svg"/><Relationship Id="rId24" Type="http://schemas.openxmlformats.org/officeDocument/2006/relationships/image" Target="../media/image43.svg"/><Relationship Id="rId5" Type="http://schemas.openxmlformats.org/officeDocument/2006/relationships/image" Target="../media/image88.svg"/><Relationship Id="rId15" Type="http://schemas.openxmlformats.org/officeDocument/2006/relationships/image" Target="../media/image37.svg"/><Relationship Id="rId23" Type="http://schemas.openxmlformats.org/officeDocument/2006/relationships/image" Target="../media/image99.svg"/><Relationship Id="rId28" Type="http://schemas.openxmlformats.org/officeDocument/2006/relationships/image" Target="../media/image101.svg"/><Relationship Id="rId10" Type="http://schemas.openxmlformats.org/officeDocument/2006/relationships/image" Target="../media/image35.svg"/><Relationship Id="rId19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91.svg"/><Relationship Id="rId14" Type="http://schemas.openxmlformats.org/officeDocument/2006/relationships/image" Target="../media/image94.svg"/><Relationship Id="rId22" Type="http://schemas.openxmlformats.org/officeDocument/2006/relationships/image" Target="../media/image98.svg"/><Relationship Id="rId27" Type="http://schemas.openxmlformats.org/officeDocument/2006/relationships/image" Target="../media/image10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3.svg"/><Relationship Id="rId18" Type="http://schemas.openxmlformats.org/officeDocument/2006/relationships/image" Target="../media/image118.svg"/><Relationship Id="rId26" Type="http://schemas.openxmlformats.org/officeDocument/2006/relationships/image" Target="../media/image126.svg"/><Relationship Id="rId3" Type="http://schemas.openxmlformats.org/officeDocument/2006/relationships/image" Target="../media/image103.svg"/><Relationship Id="rId21" Type="http://schemas.openxmlformats.org/officeDocument/2006/relationships/image" Target="../media/image121.svg"/><Relationship Id="rId7" Type="http://schemas.openxmlformats.org/officeDocument/2006/relationships/image" Target="../media/image107.svg"/><Relationship Id="rId12" Type="http://schemas.openxmlformats.org/officeDocument/2006/relationships/image" Target="../media/image112.svg"/><Relationship Id="rId17" Type="http://schemas.openxmlformats.org/officeDocument/2006/relationships/image" Target="../media/image117.svg"/><Relationship Id="rId25" Type="http://schemas.openxmlformats.org/officeDocument/2006/relationships/image" Target="../media/image125.svg"/><Relationship Id="rId2" Type="http://schemas.openxmlformats.org/officeDocument/2006/relationships/image" Target="../media/image102.svg"/><Relationship Id="rId16" Type="http://schemas.openxmlformats.org/officeDocument/2006/relationships/image" Target="../media/image116.svg"/><Relationship Id="rId20" Type="http://schemas.openxmlformats.org/officeDocument/2006/relationships/image" Target="../media/image120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6.svg"/><Relationship Id="rId11" Type="http://schemas.openxmlformats.org/officeDocument/2006/relationships/image" Target="../media/image111.svg"/><Relationship Id="rId24" Type="http://schemas.openxmlformats.org/officeDocument/2006/relationships/image" Target="../media/image124.svg"/><Relationship Id="rId5" Type="http://schemas.openxmlformats.org/officeDocument/2006/relationships/image" Target="../media/image105.svg"/><Relationship Id="rId15" Type="http://schemas.openxmlformats.org/officeDocument/2006/relationships/image" Target="../media/image115.svg"/><Relationship Id="rId23" Type="http://schemas.openxmlformats.org/officeDocument/2006/relationships/image" Target="../media/image123.svg"/><Relationship Id="rId28" Type="http://schemas.openxmlformats.org/officeDocument/2006/relationships/image" Target="../media/image128.svg"/><Relationship Id="rId10" Type="http://schemas.openxmlformats.org/officeDocument/2006/relationships/image" Target="../media/image110.svg"/><Relationship Id="rId19" Type="http://schemas.openxmlformats.org/officeDocument/2006/relationships/image" Target="../media/image119.svg"/><Relationship Id="rId4" Type="http://schemas.openxmlformats.org/officeDocument/2006/relationships/image" Target="../media/image104.svg"/><Relationship Id="rId9" Type="http://schemas.openxmlformats.org/officeDocument/2006/relationships/image" Target="../media/image109.svg"/><Relationship Id="rId14" Type="http://schemas.openxmlformats.org/officeDocument/2006/relationships/image" Target="../media/image114.svg"/><Relationship Id="rId22" Type="http://schemas.openxmlformats.org/officeDocument/2006/relationships/image" Target="../media/image122.svg"/><Relationship Id="rId27" Type="http://schemas.openxmlformats.org/officeDocument/2006/relationships/image" Target="../media/image127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svg"/><Relationship Id="rId18" Type="http://schemas.openxmlformats.org/officeDocument/2006/relationships/image" Target="../media/image145.svg"/><Relationship Id="rId26" Type="http://schemas.openxmlformats.org/officeDocument/2006/relationships/image" Target="../media/image153.svg"/><Relationship Id="rId39" Type="http://schemas.openxmlformats.org/officeDocument/2006/relationships/image" Target="../media/image166.svg"/><Relationship Id="rId21" Type="http://schemas.openxmlformats.org/officeDocument/2006/relationships/image" Target="../media/image148.svg"/><Relationship Id="rId34" Type="http://schemas.openxmlformats.org/officeDocument/2006/relationships/image" Target="../media/image161.svg"/><Relationship Id="rId7" Type="http://schemas.openxmlformats.org/officeDocument/2006/relationships/image" Target="../media/image134.svg"/><Relationship Id="rId2" Type="http://schemas.openxmlformats.org/officeDocument/2006/relationships/image" Target="../media/image129.svg"/><Relationship Id="rId16" Type="http://schemas.openxmlformats.org/officeDocument/2006/relationships/image" Target="../media/image143.svg"/><Relationship Id="rId20" Type="http://schemas.openxmlformats.org/officeDocument/2006/relationships/image" Target="../media/image147.svg"/><Relationship Id="rId29" Type="http://schemas.openxmlformats.org/officeDocument/2006/relationships/image" Target="../media/image156.svg"/><Relationship Id="rId41" Type="http://schemas.openxmlformats.org/officeDocument/2006/relationships/image" Target="../media/image168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3.svg"/><Relationship Id="rId11" Type="http://schemas.openxmlformats.org/officeDocument/2006/relationships/image" Target="../media/image138.svg"/><Relationship Id="rId24" Type="http://schemas.openxmlformats.org/officeDocument/2006/relationships/image" Target="../media/image151.svg"/><Relationship Id="rId32" Type="http://schemas.openxmlformats.org/officeDocument/2006/relationships/image" Target="../media/image159.svg"/><Relationship Id="rId37" Type="http://schemas.openxmlformats.org/officeDocument/2006/relationships/image" Target="../media/image164.svg"/><Relationship Id="rId40" Type="http://schemas.openxmlformats.org/officeDocument/2006/relationships/image" Target="../media/image167.svg"/><Relationship Id="rId5" Type="http://schemas.openxmlformats.org/officeDocument/2006/relationships/image" Target="../media/image132.svg"/><Relationship Id="rId15" Type="http://schemas.openxmlformats.org/officeDocument/2006/relationships/image" Target="../media/image142.svg"/><Relationship Id="rId23" Type="http://schemas.openxmlformats.org/officeDocument/2006/relationships/image" Target="../media/image150.svg"/><Relationship Id="rId28" Type="http://schemas.openxmlformats.org/officeDocument/2006/relationships/image" Target="../media/image155.svg"/><Relationship Id="rId36" Type="http://schemas.openxmlformats.org/officeDocument/2006/relationships/image" Target="../media/image163.svg"/><Relationship Id="rId10" Type="http://schemas.openxmlformats.org/officeDocument/2006/relationships/image" Target="../media/image137.svg"/><Relationship Id="rId19" Type="http://schemas.openxmlformats.org/officeDocument/2006/relationships/image" Target="../media/image146.svg"/><Relationship Id="rId31" Type="http://schemas.openxmlformats.org/officeDocument/2006/relationships/image" Target="../media/image158.svg"/><Relationship Id="rId4" Type="http://schemas.openxmlformats.org/officeDocument/2006/relationships/image" Target="../media/image131.svg"/><Relationship Id="rId9" Type="http://schemas.openxmlformats.org/officeDocument/2006/relationships/image" Target="../media/image136.svg"/><Relationship Id="rId14" Type="http://schemas.openxmlformats.org/officeDocument/2006/relationships/image" Target="../media/image141.svg"/><Relationship Id="rId22" Type="http://schemas.openxmlformats.org/officeDocument/2006/relationships/image" Target="../media/image149.svg"/><Relationship Id="rId27" Type="http://schemas.openxmlformats.org/officeDocument/2006/relationships/image" Target="../media/image154.svg"/><Relationship Id="rId30" Type="http://schemas.openxmlformats.org/officeDocument/2006/relationships/image" Target="../media/image157.svg"/><Relationship Id="rId35" Type="http://schemas.openxmlformats.org/officeDocument/2006/relationships/image" Target="../media/image162.svg"/><Relationship Id="rId8" Type="http://schemas.openxmlformats.org/officeDocument/2006/relationships/image" Target="../media/image135.svg"/><Relationship Id="rId3" Type="http://schemas.openxmlformats.org/officeDocument/2006/relationships/image" Target="../media/image130.svg"/><Relationship Id="rId12" Type="http://schemas.openxmlformats.org/officeDocument/2006/relationships/image" Target="../media/image139.svg"/><Relationship Id="rId17" Type="http://schemas.openxmlformats.org/officeDocument/2006/relationships/image" Target="../media/image144.svg"/><Relationship Id="rId25" Type="http://schemas.openxmlformats.org/officeDocument/2006/relationships/image" Target="../media/image152.svg"/><Relationship Id="rId33" Type="http://schemas.openxmlformats.org/officeDocument/2006/relationships/image" Target="../media/image160.svg"/><Relationship Id="rId38" Type="http://schemas.openxmlformats.org/officeDocument/2006/relationships/image" Target="../media/image165.sv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svg"/><Relationship Id="rId18" Type="http://schemas.openxmlformats.org/officeDocument/2006/relationships/image" Target="../media/image185.svg"/><Relationship Id="rId26" Type="http://schemas.openxmlformats.org/officeDocument/2006/relationships/image" Target="../media/image193.svg"/><Relationship Id="rId3" Type="http://schemas.openxmlformats.org/officeDocument/2006/relationships/image" Target="../media/image170.svg"/><Relationship Id="rId21" Type="http://schemas.openxmlformats.org/officeDocument/2006/relationships/image" Target="../media/image188.svg"/><Relationship Id="rId34" Type="http://schemas.openxmlformats.org/officeDocument/2006/relationships/image" Target="../media/image201.svg"/><Relationship Id="rId7" Type="http://schemas.openxmlformats.org/officeDocument/2006/relationships/image" Target="../media/image174.svg"/><Relationship Id="rId12" Type="http://schemas.openxmlformats.org/officeDocument/2006/relationships/image" Target="../media/image179.svg"/><Relationship Id="rId17" Type="http://schemas.openxmlformats.org/officeDocument/2006/relationships/image" Target="../media/image184.svg"/><Relationship Id="rId25" Type="http://schemas.openxmlformats.org/officeDocument/2006/relationships/image" Target="../media/image192.svg"/><Relationship Id="rId33" Type="http://schemas.openxmlformats.org/officeDocument/2006/relationships/image" Target="../media/image200.svg"/><Relationship Id="rId2" Type="http://schemas.openxmlformats.org/officeDocument/2006/relationships/image" Target="../media/image169.svg"/><Relationship Id="rId16" Type="http://schemas.openxmlformats.org/officeDocument/2006/relationships/image" Target="../media/image183.svg"/><Relationship Id="rId20" Type="http://schemas.openxmlformats.org/officeDocument/2006/relationships/image" Target="../media/image187.svg"/><Relationship Id="rId29" Type="http://schemas.openxmlformats.org/officeDocument/2006/relationships/image" Target="../media/image19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3.svg"/><Relationship Id="rId11" Type="http://schemas.openxmlformats.org/officeDocument/2006/relationships/image" Target="../media/image178.svg"/><Relationship Id="rId24" Type="http://schemas.openxmlformats.org/officeDocument/2006/relationships/image" Target="../media/image191.svg"/><Relationship Id="rId32" Type="http://schemas.openxmlformats.org/officeDocument/2006/relationships/image" Target="../media/image199.svg"/><Relationship Id="rId5" Type="http://schemas.openxmlformats.org/officeDocument/2006/relationships/image" Target="../media/image172.svg"/><Relationship Id="rId15" Type="http://schemas.openxmlformats.org/officeDocument/2006/relationships/image" Target="../media/image182.svg"/><Relationship Id="rId23" Type="http://schemas.openxmlformats.org/officeDocument/2006/relationships/image" Target="../media/image190.svg"/><Relationship Id="rId28" Type="http://schemas.openxmlformats.org/officeDocument/2006/relationships/image" Target="../media/image195.svg"/><Relationship Id="rId10" Type="http://schemas.openxmlformats.org/officeDocument/2006/relationships/image" Target="../media/image177.svg"/><Relationship Id="rId19" Type="http://schemas.openxmlformats.org/officeDocument/2006/relationships/image" Target="../media/image186.svg"/><Relationship Id="rId31" Type="http://schemas.openxmlformats.org/officeDocument/2006/relationships/image" Target="../media/image198.svg"/><Relationship Id="rId4" Type="http://schemas.openxmlformats.org/officeDocument/2006/relationships/image" Target="../media/image171.svg"/><Relationship Id="rId9" Type="http://schemas.openxmlformats.org/officeDocument/2006/relationships/image" Target="../media/image176.svg"/><Relationship Id="rId14" Type="http://schemas.openxmlformats.org/officeDocument/2006/relationships/image" Target="../media/image181.svg"/><Relationship Id="rId22" Type="http://schemas.openxmlformats.org/officeDocument/2006/relationships/image" Target="../media/image189.svg"/><Relationship Id="rId27" Type="http://schemas.openxmlformats.org/officeDocument/2006/relationships/image" Target="../media/image194.svg"/><Relationship Id="rId30" Type="http://schemas.openxmlformats.org/officeDocument/2006/relationships/image" Target="../media/image197.svg"/><Relationship Id="rId8" Type="http://schemas.openxmlformats.org/officeDocument/2006/relationships/image" Target="../media/image17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svg"/><Relationship Id="rId13" Type="http://schemas.openxmlformats.org/officeDocument/2006/relationships/image" Target="../media/image213.svg"/><Relationship Id="rId18" Type="http://schemas.openxmlformats.org/officeDocument/2006/relationships/image" Target="../media/image218.svg"/><Relationship Id="rId26" Type="http://schemas.openxmlformats.org/officeDocument/2006/relationships/image" Target="../media/image226.svg"/><Relationship Id="rId3" Type="http://schemas.openxmlformats.org/officeDocument/2006/relationships/image" Target="../media/image203.svg"/><Relationship Id="rId21" Type="http://schemas.openxmlformats.org/officeDocument/2006/relationships/image" Target="../media/image221.svg"/><Relationship Id="rId7" Type="http://schemas.openxmlformats.org/officeDocument/2006/relationships/image" Target="../media/image207.svg"/><Relationship Id="rId12" Type="http://schemas.openxmlformats.org/officeDocument/2006/relationships/image" Target="../media/image212.svg"/><Relationship Id="rId17" Type="http://schemas.openxmlformats.org/officeDocument/2006/relationships/image" Target="../media/image217.svg"/><Relationship Id="rId25" Type="http://schemas.openxmlformats.org/officeDocument/2006/relationships/image" Target="../media/image225.svg"/><Relationship Id="rId2" Type="http://schemas.openxmlformats.org/officeDocument/2006/relationships/image" Target="../media/image202.svg"/><Relationship Id="rId16" Type="http://schemas.openxmlformats.org/officeDocument/2006/relationships/image" Target="../media/image216.svg"/><Relationship Id="rId20" Type="http://schemas.openxmlformats.org/officeDocument/2006/relationships/image" Target="../media/image220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6.svg"/><Relationship Id="rId11" Type="http://schemas.openxmlformats.org/officeDocument/2006/relationships/image" Target="../media/image211.svg"/><Relationship Id="rId24" Type="http://schemas.openxmlformats.org/officeDocument/2006/relationships/image" Target="../media/image224.svg"/><Relationship Id="rId5" Type="http://schemas.openxmlformats.org/officeDocument/2006/relationships/image" Target="../media/image205.svg"/><Relationship Id="rId15" Type="http://schemas.openxmlformats.org/officeDocument/2006/relationships/image" Target="../media/image215.svg"/><Relationship Id="rId23" Type="http://schemas.openxmlformats.org/officeDocument/2006/relationships/image" Target="../media/image223.svg"/><Relationship Id="rId10" Type="http://schemas.openxmlformats.org/officeDocument/2006/relationships/image" Target="../media/image210.svg"/><Relationship Id="rId19" Type="http://schemas.openxmlformats.org/officeDocument/2006/relationships/image" Target="../media/image219.svg"/><Relationship Id="rId4" Type="http://schemas.openxmlformats.org/officeDocument/2006/relationships/image" Target="../media/image204.svg"/><Relationship Id="rId9" Type="http://schemas.openxmlformats.org/officeDocument/2006/relationships/image" Target="../media/image209.svg"/><Relationship Id="rId14" Type="http://schemas.openxmlformats.org/officeDocument/2006/relationships/image" Target="../media/image214.svg"/><Relationship Id="rId22" Type="http://schemas.openxmlformats.org/officeDocument/2006/relationships/image" Target="../media/image222.svg"/><Relationship Id="rId27" Type="http://schemas.openxmlformats.org/officeDocument/2006/relationships/image" Target="../media/image2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svg"/><Relationship Id="rId13" Type="http://schemas.openxmlformats.org/officeDocument/2006/relationships/image" Target="../media/image239.svg"/><Relationship Id="rId18" Type="http://schemas.openxmlformats.org/officeDocument/2006/relationships/image" Target="../media/image244.svg"/><Relationship Id="rId3" Type="http://schemas.openxmlformats.org/officeDocument/2006/relationships/image" Target="../media/image229.svg"/><Relationship Id="rId21" Type="http://schemas.openxmlformats.org/officeDocument/2006/relationships/image" Target="../media/image247.svg"/><Relationship Id="rId7" Type="http://schemas.openxmlformats.org/officeDocument/2006/relationships/image" Target="../media/image233.svg"/><Relationship Id="rId12" Type="http://schemas.openxmlformats.org/officeDocument/2006/relationships/image" Target="../media/image238.svg"/><Relationship Id="rId17" Type="http://schemas.openxmlformats.org/officeDocument/2006/relationships/image" Target="../media/image243.svg"/><Relationship Id="rId25" Type="http://schemas.openxmlformats.org/officeDocument/2006/relationships/image" Target="../media/image251.svg"/><Relationship Id="rId2" Type="http://schemas.openxmlformats.org/officeDocument/2006/relationships/image" Target="../media/image228.svg"/><Relationship Id="rId16" Type="http://schemas.openxmlformats.org/officeDocument/2006/relationships/image" Target="../media/image242.svg"/><Relationship Id="rId20" Type="http://schemas.openxmlformats.org/officeDocument/2006/relationships/image" Target="../media/image24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2.svg"/><Relationship Id="rId11" Type="http://schemas.openxmlformats.org/officeDocument/2006/relationships/image" Target="../media/image237.svg"/><Relationship Id="rId24" Type="http://schemas.openxmlformats.org/officeDocument/2006/relationships/image" Target="../media/image250.svg"/><Relationship Id="rId5" Type="http://schemas.openxmlformats.org/officeDocument/2006/relationships/image" Target="../media/image231.svg"/><Relationship Id="rId15" Type="http://schemas.openxmlformats.org/officeDocument/2006/relationships/image" Target="../media/image241.svg"/><Relationship Id="rId23" Type="http://schemas.openxmlformats.org/officeDocument/2006/relationships/image" Target="../media/image249.svg"/><Relationship Id="rId10" Type="http://schemas.openxmlformats.org/officeDocument/2006/relationships/image" Target="../media/image236.svg"/><Relationship Id="rId19" Type="http://schemas.openxmlformats.org/officeDocument/2006/relationships/image" Target="../media/image245.svg"/><Relationship Id="rId4" Type="http://schemas.openxmlformats.org/officeDocument/2006/relationships/image" Target="../media/image230.svg"/><Relationship Id="rId9" Type="http://schemas.openxmlformats.org/officeDocument/2006/relationships/image" Target="../media/image235.svg"/><Relationship Id="rId14" Type="http://schemas.openxmlformats.org/officeDocument/2006/relationships/image" Target="../media/image240.svg"/><Relationship Id="rId22" Type="http://schemas.openxmlformats.org/officeDocument/2006/relationships/image" Target="../media/image24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svg"/><Relationship Id="rId13" Type="http://schemas.openxmlformats.org/officeDocument/2006/relationships/image" Target="../media/image263.svg"/><Relationship Id="rId18" Type="http://schemas.openxmlformats.org/officeDocument/2006/relationships/image" Target="../media/image268.svg"/><Relationship Id="rId26" Type="http://schemas.openxmlformats.org/officeDocument/2006/relationships/image" Target="../media/image276.svg"/><Relationship Id="rId3" Type="http://schemas.openxmlformats.org/officeDocument/2006/relationships/image" Target="../media/image253.svg"/><Relationship Id="rId21" Type="http://schemas.openxmlformats.org/officeDocument/2006/relationships/image" Target="../media/image271.svg"/><Relationship Id="rId7" Type="http://schemas.openxmlformats.org/officeDocument/2006/relationships/image" Target="../media/image257.svg"/><Relationship Id="rId12" Type="http://schemas.openxmlformats.org/officeDocument/2006/relationships/image" Target="../media/image262.svg"/><Relationship Id="rId17" Type="http://schemas.openxmlformats.org/officeDocument/2006/relationships/image" Target="../media/image267.svg"/><Relationship Id="rId25" Type="http://schemas.openxmlformats.org/officeDocument/2006/relationships/image" Target="../media/image275.svg"/><Relationship Id="rId2" Type="http://schemas.openxmlformats.org/officeDocument/2006/relationships/image" Target="../media/image252.svg"/><Relationship Id="rId16" Type="http://schemas.openxmlformats.org/officeDocument/2006/relationships/image" Target="../media/image266.svg"/><Relationship Id="rId20" Type="http://schemas.openxmlformats.org/officeDocument/2006/relationships/image" Target="../media/image270.svg"/><Relationship Id="rId29" Type="http://schemas.openxmlformats.org/officeDocument/2006/relationships/image" Target="../media/image27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6.svg"/><Relationship Id="rId11" Type="http://schemas.openxmlformats.org/officeDocument/2006/relationships/image" Target="../media/image261.svg"/><Relationship Id="rId24" Type="http://schemas.openxmlformats.org/officeDocument/2006/relationships/image" Target="../media/image274.svg"/><Relationship Id="rId5" Type="http://schemas.openxmlformats.org/officeDocument/2006/relationships/image" Target="../media/image255.svg"/><Relationship Id="rId15" Type="http://schemas.openxmlformats.org/officeDocument/2006/relationships/image" Target="../media/image265.svg"/><Relationship Id="rId23" Type="http://schemas.openxmlformats.org/officeDocument/2006/relationships/image" Target="../media/image273.svg"/><Relationship Id="rId28" Type="http://schemas.openxmlformats.org/officeDocument/2006/relationships/image" Target="../media/image278.svg"/><Relationship Id="rId10" Type="http://schemas.openxmlformats.org/officeDocument/2006/relationships/image" Target="../media/image260.svg"/><Relationship Id="rId19" Type="http://schemas.openxmlformats.org/officeDocument/2006/relationships/image" Target="../media/image269.svg"/><Relationship Id="rId31" Type="http://schemas.openxmlformats.org/officeDocument/2006/relationships/image" Target="../media/image281.svg"/><Relationship Id="rId4" Type="http://schemas.openxmlformats.org/officeDocument/2006/relationships/image" Target="../media/image254.svg"/><Relationship Id="rId9" Type="http://schemas.openxmlformats.org/officeDocument/2006/relationships/image" Target="../media/image259.svg"/><Relationship Id="rId14" Type="http://schemas.openxmlformats.org/officeDocument/2006/relationships/image" Target="../media/image264.svg"/><Relationship Id="rId22" Type="http://schemas.openxmlformats.org/officeDocument/2006/relationships/image" Target="../media/image272.svg"/><Relationship Id="rId27" Type="http://schemas.openxmlformats.org/officeDocument/2006/relationships/image" Target="../media/image277.svg"/><Relationship Id="rId30" Type="http://schemas.openxmlformats.org/officeDocument/2006/relationships/image" Target="../media/image28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svg"/><Relationship Id="rId3" Type="http://schemas.openxmlformats.org/officeDocument/2006/relationships/image" Target="../media/image283.svg"/><Relationship Id="rId7" Type="http://schemas.openxmlformats.org/officeDocument/2006/relationships/image" Target="../media/image287.svg"/><Relationship Id="rId12" Type="http://schemas.openxmlformats.org/officeDocument/2006/relationships/image" Target="../media/image292.svg"/><Relationship Id="rId2" Type="http://schemas.openxmlformats.org/officeDocument/2006/relationships/image" Target="../media/image282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86.svg"/><Relationship Id="rId11" Type="http://schemas.openxmlformats.org/officeDocument/2006/relationships/image" Target="../media/image291.svg"/><Relationship Id="rId5" Type="http://schemas.openxmlformats.org/officeDocument/2006/relationships/image" Target="../media/image285.svg"/><Relationship Id="rId10" Type="http://schemas.openxmlformats.org/officeDocument/2006/relationships/image" Target="../media/image290.svg"/><Relationship Id="rId4" Type="http://schemas.openxmlformats.org/officeDocument/2006/relationships/image" Target="../media/image284.svg"/><Relationship Id="rId9" Type="http://schemas.openxmlformats.org/officeDocument/2006/relationships/image" Target="../media/image28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svg"/><Relationship Id="rId3" Type="http://schemas.openxmlformats.org/officeDocument/2006/relationships/image" Target="../media/image294.svg"/><Relationship Id="rId7" Type="http://schemas.openxmlformats.org/officeDocument/2006/relationships/image" Target="../media/image298.svg"/><Relationship Id="rId2" Type="http://schemas.openxmlformats.org/officeDocument/2006/relationships/image" Target="../media/image293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7.svg"/><Relationship Id="rId5" Type="http://schemas.openxmlformats.org/officeDocument/2006/relationships/image" Target="../media/image296.svg"/><Relationship Id="rId10" Type="http://schemas.openxmlformats.org/officeDocument/2006/relationships/image" Target="../media/image301.svg"/><Relationship Id="rId4" Type="http://schemas.openxmlformats.org/officeDocument/2006/relationships/image" Target="../media/image295.svg"/><Relationship Id="rId9" Type="http://schemas.openxmlformats.org/officeDocument/2006/relationships/image" Target="../media/image30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svg"/><Relationship Id="rId13" Type="http://schemas.openxmlformats.org/officeDocument/2006/relationships/image" Target="../media/image313.svg"/><Relationship Id="rId18" Type="http://schemas.openxmlformats.org/officeDocument/2006/relationships/image" Target="../media/image318.svg"/><Relationship Id="rId3" Type="http://schemas.openxmlformats.org/officeDocument/2006/relationships/image" Target="../media/image303.svg"/><Relationship Id="rId7" Type="http://schemas.openxmlformats.org/officeDocument/2006/relationships/image" Target="../media/image307.svg"/><Relationship Id="rId12" Type="http://schemas.openxmlformats.org/officeDocument/2006/relationships/image" Target="../media/image312.svg"/><Relationship Id="rId17" Type="http://schemas.openxmlformats.org/officeDocument/2006/relationships/image" Target="../media/image317.svg"/><Relationship Id="rId2" Type="http://schemas.openxmlformats.org/officeDocument/2006/relationships/image" Target="../media/image302.svg"/><Relationship Id="rId16" Type="http://schemas.openxmlformats.org/officeDocument/2006/relationships/image" Target="../media/image316.svg"/><Relationship Id="rId20" Type="http://schemas.openxmlformats.org/officeDocument/2006/relationships/image" Target="../media/image320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6.svg"/><Relationship Id="rId11" Type="http://schemas.openxmlformats.org/officeDocument/2006/relationships/image" Target="../media/image311.svg"/><Relationship Id="rId5" Type="http://schemas.openxmlformats.org/officeDocument/2006/relationships/image" Target="../media/image305.svg"/><Relationship Id="rId15" Type="http://schemas.openxmlformats.org/officeDocument/2006/relationships/image" Target="../media/image315.svg"/><Relationship Id="rId10" Type="http://schemas.openxmlformats.org/officeDocument/2006/relationships/image" Target="../media/image310.svg"/><Relationship Id="rId19" Type="http://schemas.openxmlformats.org/officeDocument/2006/relationships/image" Target="../media/image319.svg"/><Relationship Id="rId4" Type="http://schemas.openxmlformats.org/officeDocument/2006/relationships/image" Target="../media/image304.svg"/><Relationship Id="rId9" Type="http://schemas.openxmlformats.org/officeDocument/2006/relationships/image" Target="../media/image309.svg"/><Relationship Id="rId14" Type="http://schemas.openxmlformats.org/officeDocument/2006/relationships/image" Target="../media/image31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svg"/><Relationship Id="rId13" Type="http://schemas.openxmlformats.org/officeDocument/2006/relationships/image" Target="../media/image332.svg"/><Relationship Id="rId18" Type="http://schemas.openxmlformats.org/officeDocument/2006/relationships/image" Target="../media/image337.svg"/><Relationship Id="rId3" Type="http://schemas.openxmlformats.org/officeDocument/2006/relationships/image" Target="../media/image322.svg"/><Relationship Id="rId21" Type="http://schemas.openxmlformats.org/officeDocument/2006/relationships/image" Target="../media/image340.svg"/><Relationship Id="rId7" Type="http://schemas.openxmlformats.org/officeDocument/2006/relationships/image" Target="../media/image326.svg"/><Relationship Id="rId12" Type="http://schemas.openxmlformats.org/officeDocument/2006/relationships/image" Target="../media/image331.svg"/><Relationship Id="rId17" Type="http://schemas.openxmlformats.org/officeDocument/2006/relationships/image" Target="../media/image336.svg"/><Relationship Id="rId2" Type="http://schemas.openxmlformats.org/officeDocument/2006/relationships/image" Target="../media/image321.svg"/><Relationship Id="rId16" Type="http://schemas.openxmlformats.org/officeDocument/2006/relationships/image" Target="../media/image335.svg"/><Relationship Id="rId20" Type="http://schemas.openxmlformats.org/officeDocument/2006/relationships/image" Target="../media/image33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5.svg"/><Relationship Id="rId11" Type="http://schemas.openxmlformats.org/officeDocument/2006/relationships/image" Target="../media/image330.svg"/><Relationship Id="rId24" Type="http://schemas.openxmlformats.org/officeDocument/2006/relationships/image" Target="../media/image343.svg"/><Relationship Id="rId5" Type="http://schemas.openxmlformats.org/officeDocument/2006/relationships/image" Target="../media/image324.svg"/><Relationship Id="rId15" Type="http://schemas.openxmlformats.org/officeDocument/2006/relationships/image" Target="../media/image334.svg"/><Relationship Id="rId23" Type="http://schemas.openxmlformats.org/officeDocument/2006/relationships/image" Target="../media/image342.svg"/><Relationship Id="rId10" Type="http://schemas.openxmlformats.org/officeDocument/2006/relationships/image" Target="../media/image329.svg"/><Relationship Id="rId19" Type="http://schemas.openxmlformats.org/officeDocument/2006/relationships/image" Target="../media/image338.svg"/><Relationship Id="rId4" Type="http://schemas.openxmlformats.org/officeDocument/2006/relationships/image" Target="../media/image323.svg"/><Relationship Id="rId9" Type="http://schemas.openxmlformats.org/officeDocument/2006/relationships/image" Target="../media/image328.svg"/><Relationship Id="rId14" Type="http://schemas.openxmlformats.org/officeDocument/2006/relationships/image" Target="../media/image333.svg"/><Relationship Id="rId22" Type="http://schemas.openxmlformats.org/officeDocument/2006/relationships/image" Target="../media/image34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svg"/><Relationship Id="rId3" Type="http://schemas.openxmlformats.org/officeDocument/2006/relationships/image" Target="../media/image345.svg"/><Relationship Id="rId7" Type="http://schemas.openxmlformats.org/officeDocument/2006/relationships/image" Target="../media/image349.svg"/><Relationship Id="rId2" Type="http://schemas.openxmlformats.org/officeDocument/2006/relationships/image" Target="../media/image344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8.svg"/><Relationship Id="rId5" Type="http://schemas.openxmlformats.org/officeDocument/2006/relationships/image" Target="../media/image347.svg"/><Relationship Id="rId10" Type="http://schemas.openxmlformats.org/officeDocument/2006/relationships/image" Target="../media/image352.svg"/><Relationship Id="rId4" Type="http://schemas.openxmlformats.org/officeDocument/2006/relationships/image" Target="../media/image346.svg"/><Relationship Id="rId9" Type="http://schemas.openxmlformats.org/officeDocument/2006/relationships/image" Target="../media/image35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svg"/><Relationship Id="rId13" Type="http://schemas.openxmlformats.org/officeDocument/2006/relationships/image" Target="../media/image364.svg"/><Relationship Id="rId18" Type="http://schemas.openxmlformats.org/officeDocument/2006/relationships/image" Target="../media/image369.svg"/><Relationship Id="rId26" Type="http://schemas.openxmlformats.org/officeDocument/2006/relationships/image" Target="../media/image377.svg"/><Relationship Id="rId3" Type="http://schemas.openxmlformats.org/officeDocument/2006/relationships/image" Target="../media/image354.svg"/><Relationship Id="rId21" Type="http://schemas.openxmlformats.org/officeDocument/2006/relationships/image" Target="../media/image372.svg"/><Relationship Id="rId7" Type="http://schemas.openxmlformats.org/officeDocument/2006/relationships/image" Target="../media/image358.svg"/><Relationship Id="rId12" Type="http://schemas.openxmlformats.org/officeDocument/2006/relationships/image" Target="../media/image363.svg"/><Relationship Id="rId17" Type="http://schemas.openxmlformats.org/officeDocument/2006/relationships/image" Target="../media/image368.svg"/><Relationship Id="rId25" Type="http://schemas.openxmlformats.org/officeDocument/2006/relationships/image" Target="../media/image376.svg"/><Relationship Id="rId2" Type="http://schemas.openxmlformats.org/officeDocument/2006/relationships/image" Target="../media/image353.svg"/><Relationship Id="rId16" Type="http://schemas.openxmlformats.org/officeDocument/2006/relationships/image" Target="../media/image367.svg"/><Relationship Id="rId20" Type="http://schemas.openxmlformats.org/officeDocument/2006/relationships/image" Target="../media/image37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7.svg"/><Relationship Id="rId11" Type="http://schemas.openxmlformats.org/officeDocument/2006/relationships/image" Target="../media/image362.svg"/><Relationship Id="rId24" Type="http://schemas.openxmlformats.org/officeDocument/2006/relationships/image" Target="../media/image375.svg"/><Relationship Id="rId5" Type="http://schemas.openxmlformats.org/officeDocument/2006/relationships/image" Target="../media/image356.svg"/><Relationship Id="rId15" Type="http://schemas.openxmlformats.org/officeDocument/2006/relationships/image" Target="../media/image366.svg"/><Relationship Id="rId23" Type="http://schemas.openxmlformats.org/officeDocument/2006/relationships/image" Target="../media/image374.svg"/><Relationship Id="rId10" Type="http://schemas.openxmlformats.org/officeDocument/2006/relationships/image" Target="../media/image361.svg"/><Relationship Id="rId19" Type="http://schemas.openxmlformats.org/officeDocument/2006/relationships/image" Target="../media/image370.svg"/><Relationship Id="rId4" Type="http://schemas.openxmlformats.org/officeDocument/2006/relationships/image" Target="../media/image355.svg"/><Relationship Id="rId9" Type="http://schemas.openxmlformats.org/officeDocument/2006/relationships/image" Target="../media/image360.svg"/><Relationship Id="rId14" Type="http://schemas.openxmlformats.org/officeDocument/2006/relationships/image" Target="../media/image365.svg"/><Relationship Id="rId22" Type="http://schemas.openxmlformats.org/officeDocument/2006/relationships/image" Target="../media/image373.sv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9.svg"/><Relationship Id="rId18" Type="http://schemas.openxmlformats.org/officeDocument/2006/relationships/image" Target="../media/image394.svg"/><Relationship Id="rId26" Type="http://schemas.openxmlformats.org/officeDocument/2006/relationships/image" Target="../media/image402.svg"/><Relationship Id="rId39" Type="http://schemas.openxmlformats.org/officeDocument/2006/relationships/image" Target="../media/image415.svg"/><Relationship Id="rId21" Type="http://schemas.openxmlformats.org/officeDocument/2006/relationships/image" Target="../media/image397.svg"/><Relationship Id="rId34" Type="http://schemas.openxmlformats.org/officeDocument/2006/relationships/image" Target="../media/image410.svg"/><Relationship Id="rId42" Type="http://schemas.openxmlformats.org/officeDocument/2006/relationships/image" Target="../media/image418.svg"/><Relationship Id="rId47" Type="http://schemas.openxmlformats.org/officeDocument/2006/relationships/image" Target="../media/image423.svg"/><Relationship Id="rId50" Type="http://schemas.openxmlformats.org/officeDocument/2006/relationships/image" Target="../media/image426.svg"/><Relationship Id="rId7" Type="http://schemas.openxmlformats.org/officeDocument/2006/relationships/image" Target="../media/image383.svg"/><Relationship Id="rId2" Type="http://schemas.openxmlformats.org/officeDocument/2006/relationships/image" Target="../media/image378.svg"/><Relationship Id="rId16" Type="http://schemas.openxmlformats.org/officeDocument/2006/relationships/image" Target="../media/image392.svg"/><Relationship Id="rId29" Type="http://schemas.openxmlformats.org/officeDocument/2006/relationships/image" Target="../media/image405.svg"/><Relationship Id="rId11" Type="http://schemas.openxmlformats.org/officeDocument/2006/relationships/image" Target="../media/image387.svg"/><Relationship Id="rId24" Type="http://schemas.openxmlformats.org/officeDocument/2006/relationships/image" Target="../media/image400.svg"/><Relationship Id="rId32" Type="http://schemas.openxmlformats.org/officeDocument/2006/relationships/image" Target="../media/image408.svg"/><Relationship Id="rId37" Type="http://schemas.openxmlformats.org/officeDocument/2006/relationships/image" Target="../media/image413.svg"/><Relationship Id="rId40" Type="http://schemas.openxmlformats.org/officeDocument/2006/relationships/image" Target="../media/image416.svg"/><Relationship Id="rId45" Type="http://schemas.openxmlformats.org/officeDocument/2006/relationships/image" Target="../media/image421.svg"/><Relationship Id="rId5" Type="http://schemas.openxmlformats.org/officeDocument/2006/relationships/image" Target="../media/image381.svg"/><Relationship Id="rId15" Type="http://schemas.openxmlformats.org/officeDocument/2006/relationships/image" Target="../media/image391.svg"/><Relationship Id="rId23" Type="http://schemas.openxmlformats.org/officeDocument/2006/relationships/image" Target="../media/image399.svg"/><Relationship Id="rId28" Type="http://schemas.openxmlformats.org/officeDocument/2006/relationships/image" Target="../media/image404.svg"/><Relationship Id="rId36" Type="http://schemas.openxmlformats.org/officeDocument/2006/relationships/image" Target="../media/image412.svg"/><Relationship Id="rId49" Type="http://schemas.openxmlformats.org/officeDocument/2006/relationships/image" Target="../media/image425.svg"/><Relationship Id="rId10" Type="http://schemas.openxmlformats.org/officeDocument/2006/relationships/image" Target="../media/image386.svg"/><Relationship Id="rId19" Type="http://schemas.openxmlformats.org/officeDocument/2006/relationships/image" Target="../media/image395.svg"/><Relationship Id="rId31" Type="http://schemas.openxmlformats.org/officeDocument/2006/relationships/image" Target="../media/image407.svg"/><Relationship Id="rId44" Type="http://schemas.openxmlformats.org/officeDocument/2006/relationships/image" Target="../media/image420.svg"/><Relationship Id="rId4" Type="http://schemas.openxmlformats.org/officeDocument/2006/relationships/image" Target="../media/image380.svg"/><Relationship Id="rId9" Type="http://schemas.openxmlformats.org/officeDocument/2006/relationships/image" Target="../media/image385.svg"/><Relationship Id="rId14" Type="http://schemas.openxmlformats.org/officeDocument/2006/relationships/image" Target="../media/image390.svg"/><Relationship Id="rId22" Type="http://schemas.openxmlformats.org/officeDocument/2006/relationships/image" Target="../media/image398.svg"/><Relationship Id="rId27" Type="http://schemas.openxmlformats.org/officeDocument/2006/relationships/image" Target="../media/image403.svg"/><Relationship Id="rId30" Type="http://schemas.openxmlformats.org/officeDocument/2006/relationships/image" Target="../media/image406.svg"/><Relationship Id="rId35" Type="http://schemas.openxmlformats.org/officeDocument/2006/relationships/image" Target="../media/image411.svg"/><Relationship Id="rId43" Type="http://schemas.openxmlformats.org/officeDocument/2006/relationships/image" Target="../media/image419.svg"/><Relationship Id="rId48" Type="http://schemas.openxmlformats.org/officeDocument/2006/relationships/image" Target="../media/image424.svg"/><Relationship Id="rId8" Type="http://schemas.openxmlformats.org/officeDocument/2006/relationships/image" Target="../media/image384.svg"/><Relationship Id="rId3" Type="http://schemas.openxmlformats.org/officeDocument/2006/relationships/image" Target="../media/image379.svg"/><Relationship Id="rId12" Type="http://schemas.openxmlformats.org/officeDocument/2006/relationships/image" Target="../media/image388.svg"/><Relationship Id="rId17" Type="http://schemas.openxmlformats.org/officeDocument/2006/relationships/image" Target="../media/image393.svg"/><Relationship Id="rId25" Type="http://schemas.openxmlformats.org/officeDocument/2006/relationships/image" Target="../media/image401.svg"/><Relationship Id="rId33" Type="http://schemas.openxmlformats.org/officeDocument/2006/relationships/image" Target="../media/image409.svg"/><Relationship Id="rId38" Type="http://schemas.openxmlformats.org/officeDocument/2006/relationships/image" Target="../media/image414.svg"/><Relationship Id="rId46" Type="http://schemas.openxmlformats.org/officeDocument/2006/relationships/image" Target="../media/image422.svg"/><Relationship Id="rId20" Type="http://schemas.openxmlformats.org/officeDocument/2006/relationships/image" Target="../media/image396.svg"/><Relationship Id="rId41" Type="http://schemas.openxmlformats.org/officeDocument/2006/relationships/image" Target="../media/image41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8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svg"/><Relationship Id="rId3" Type="http://schemas.openxmlformats.org/officeDocument/2006/relationships/image" Target="../media/image428.svg"/><Relationship Id="rId7" Type="http://schemas.openxmlformats.org/officeDocument/2006/relationships/image" Target="../media/image432.svg"/><Relationship Id="rId2" Type="http://schemas.openxmlformats.org/officeDocument/2006/relationships/image" Target="../media/image42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31.svg"/><Relationship Id="rId5" Type="http://schemas.openxmlformats.org/officeDocument/2006/relationships/image" Target="../media/image430.svg"/><Relationship Id="rId10" Type="http://schemas.openxmlformats.org/officeDocument/2006/relationships/image" Target="../media/image435.svg"/><Relationship Id="rId4" Type="http://schemas.openxmlformats.org/officeDocument/2006/relationships/image" Target="../media/image429.svg"/><Relationship Id="rId9" Type="http://schemas.openxmlformats.org/officeDocument/2006/relationships/image" Target="../media/image43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svg"/><Relationship Id="rId13" Type="http://schemas.openxmlformats.org/officeDocument/2006/relationships/image" Target="../media/image447.svg"/><Relationship Id="rId18" Type="http://schemas.openxmlformats.org/officeDocument/2006/relationships/image" Target="../media/image452.svg"/><Relationship Id="rId3" Type="http://schemas.openxmlformats.org/officeDocument/2006/relationships/image" Target="../media/image437.svg"/><Relationship Id="rId7" Type="http://schemas.openxmlformats.org/officeDocument/2006/relationships/image" Target="../media/image441.svg"/><Relationship Id="rId12" Type="http://schemas.openxmlformats.org/officeDocument/2006/relationships/image" Target="../media/image446.svg"/><Relationship Id="rId17" Type="http://schemas.openxmlformats.org/officeDocument/2006/relationships/image" Target="../media/image451.svg"/><Relationship Id="rId2" Type="http://schemas.openxmlformats.org/officeDocument/2006/relationships/image" Target="../media/image436.svg"/><Relationship Id="rId16" Type="http://schemas.openxmlformats.org/officeDocument/2006/relationships/image" Target="../media/image450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40.svg"/><Relationship Id="rId11" Type="http://schemas.openxmlformats.org/officeDocument/2006/relationships/image" Target="../media/image445.svg"/><Relationship Id="rId5" Type="http://schemas.openxmlformats.org/officeDocument/2006/relationships/image" Target="../media/image439.svg"/><Relationship Id="rId15" Type="http://schemas.openxmlformats.org/officeDocument/2006/relationships/image" Target="../media/image449.svg"/><Relationship Id="rId10" Type="http://schemas.openxmlformats.org/officeDocument/2006/relationships/image" Target="../media/image444.svg"/><Relationship Id="rId19" Type="http://schemas.openxmlformats.org/officeDocument/2006/relationships/image" Target="../media/image453.svg"/><Relationship Id="rId4" Type="http://schemas.openxmlformats.org/officeDocument/2006/relationships/image" Target="../media/image438.svg"/><Relationship Id="rId9" Type="http://schemas.openxmlformats.org/officeDocument/2006/relationships/image" Target="../media/image443.svg"/><Relationship Id="rId14" Type="http://schemas.openxmlformats.org/officeDocument/2006/relationships/image" Target="../media/image44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svg"/><Relationship Id="rId3" Type="http://schemas.openxmlformats.org/officeDocument/2006/relationships/image" Target="../media/image455.svg"/><Relationship Id="rId7" Type="http://schemas.openxmlformats.org/officeDocument/2006/relationships/image" Target="../media/image459.svg"/><Relationship Id="rId2" Type="http://schemas.openxmlformats.org/officeDocument/2006/relationships/image" Target="../media/image454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8.svg"/><Relationship Id="rId11" Type="http://schemas.openxmlformats.org/officeDocument/2006/relationships/image" Target="../media/image463.svg"/><Relationship Id="rId5" Type="http://schemas.openxmlformats.org/officeDocument/2006/relationships/image" Target="../media/image457.svg"/><Relationship Id="rId10" Type="http://schemas.openxmlformats.org/officeDocument/2006/relationships/image" Target="../media/image462.svg"/><Relationship Id="rId4" Type="http://schemas.openxmlformats.org/officeDocument/2006/relationships/image" Target="../media/image456.svg"/><Relationship Id="rId9" Type="http://schemas.openxmlformats.org/officeDocument/2006/relationships/image" Target="../media/image461.sv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5.svg"/><Relationship Id="rId18" Type="http://schemas.openxmlformats.org/officeDocument/2006/relationships/image" Target="../media/image480.svg"/><Relationship Id="rId26" Type="http://schemas.openxmlformats.org/officeDocument/2006/relationships/image" Target="../media/image488.svg"/><Relationship Id="rId3" Type="http://schemas.openxmlformats.org/officeDocument/2006/relationships/image" Target="../media/image465.svg"/><Relationship Id="rId21" Type="http://schemas.openxmlformats.org/officeDocument/2006/relationships/image" Target="../media/image483.svg"/><Relationship Id="rId7" Type="http://schemas.openxmlformats.org/officeDocument/2006/relationships/image" Target="../media/image469.svg"/><Relationship Id="rId12" Type="http://schemas.openxmlformats.org/officeDocument/2006/relationships/image" Target="../media/image474.svg"/><Relationship Id="rId17" Type="http://schemas.openxmlformats.org/officeDocument/2006/relationships/image" Target="../media/image479.svg"/><Relationship Id="rId25" Type="http://schemas.openxmlformats.org/officeDocument/2006/relationships/image" Target="../media/image487.svg"/><Relationship Id="rId33" Type="http://schemas.openxmlformats.org/officeDocument/2006/relationships/image" Target="../media/image495.svg"/><Relationship Id="rId2" Type="http://schemas.openxmlformats.org/officeDocument/2006/relationships/image" Target="../media/image464.svg"/><Relationship Id="rId16" Type="http://schemas.openxmlformats.org/officeDocument/2006/relationships/image" Target="../media/image478.svg"/><Relationship Id="rId20" Type="http://schemas.openxmlformats.org/officeDocument/2006/relationships/image" Target="../media/image482.svg"/><Relationship Id="rId29" Type="http://schemas.openxmlformats.org/officeDocument/2006/relationships/image" Target="../media/image49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8.svg"/><Relationship Id="rId11" Type="http://schemas.openxmlformats.org/officeDocument/2006/relationships/image" Target="../media/image473.svg"/><Relationship Id="rId24" Type="http://schemas.openxmlformats.org/officeDocument/2006/relationships/image" Target="../media/image486.svg"/><Relationship Id="rId32" Type="http://schemas.openxmlformats.org/officeDocument/2006/relationships/image" Target="../media/image494.svg"/><Relationship Id="rId5" Type="http://schemas.openxmlformats.org/officeDocument/2006/relationships/image" Target="../media/image467.svg"/><Relationship Id="rId15" Type="http://schemas.openxmlformats.org/officeDocument/2006/relationships/image" Target="../media/image477.svg"/><Relationship Id="rId23" Type="http://schemas.openxmlformats.org/officeDocument/2006/relationships/image" Target="../media/image485.svg"/><Relationship Id="rId28" Type="http://schemas.openxmlformats.org/officeDocument/2006/relationships/image" Target="../media/image490.svg"/><Relationship Id="rId10" Type="http://schemas.openxmlformats.org/officeDocument/2006/relationships/image" Target="../media/image472.svg"/><Relationship Id="rId19" Type="http://schemas.openxmlformats.org/officeDocument/2006/relationships/image" Target="../media/image481.svg"/><Relationship Id="rId31" Type="http://schemas.openxmlformats.org/officeDocument/2006/relationships/image" Target="../media/image493.svg"/><Relationship Id="rId4" Type="http://schemas.openxmlformats.org/officeDocument/2006/relationships/image" Target="../media/image466.svg"/><Relationship Id="rId9" Type="http://schemas.openxmlformats.org/officeDocument/2006/relationships/image" Target="../media/image471.svg"/><Relationship Id="rId14" Type="http://schemas.openxmlformats.org/officeDocument/2006/relationships/image" Target="../media/image476.svg"/><Relationship Id="rId22" Type="http://schemas.openxmlformats.org/officeDocument/2006/relationships/image" Target="../media/image484.svg"/><Relationship Id="rId27" Type="http://schemas.openxmlformats.org/officeDocument/2006/relationships/image" Target="../media/image489.svg"/><Relationship Id="rId30" Type="http://schemas.openxmlformats.org/officeDocument/2006/relationships/image" Target="../media/image492.svg"/><Relationship Id="rId8" Type="http://schemas.openxmlformats.org/officeDocument/2006/relationships/image" Target="../media/image470.sv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7.svg"/><Relationship Id="rId18" Type="http://schemas.openxmlformats.org/officeDocument/2006/relationships/image" Target="../media/image512.svg"/><Relationship Id="rId26" Type="http://schemas.openxmlformats.org/officeDocument/2006/relationships/image" Target="../media/image520.svg"/><Relationship Id="rId21" Type="http://schemas.openxmlformats.org/officeDocument/2006/relationships/image" Target="../media/image515.svg"/><Relationship Id="rId34" Type="http://schemas.openxmlformats.org/officeDocument/2006/relationships/image" Target="../media/image528.svg"/><Relationship Id="rId7" Type="http://schemas.openxmlformats.org/officeDocument/2006/relationships/image" Target="../media/image501.svg"/><Relationship Id="rId12" Type="http://schemas.openxmlformats.org/officeDocument/2006/relationships/image" Target="../media/image506.svg"/><Relationship Id="rId17" Type="http://schemas.openxmlformats.org/officeDocument/2006/relationships/image" Target="../media/image511.svg"/><Relationship Id="rId25" Type="http://schemas.openxmlformats.org/officeDocument/2006/relationships/image" Target="../media/image519.svg"/><Relationship Id="rId33" Type="http://schemas.openxmlformats.org/officeDocument/2006/relationships/image" Target="../media/image527.svg"/><Relationship Id="rId2" Type="http://schemas.openxmlformats.org/officeDocument/2006/relationships/image" Target="../media/image496.svg"/><Relationship Id="rId16" Type="http://schemas.openxmlformats.org/officeDocument/2006/relationships/image" Target="../media/image510.svg"/><Relationship Id="rId20" Type="http://schemas.openxmlformats.org/officeDocument/2006/relationships/image" Target="../media/image514.svg"/><Relationship Id="rId29" Type="http://schemas.openxmlformats.org/officeDocument/2006/relationships/image" Target="../media/image523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00.svg"/><Relationship Id="rId11" Type="http://schemas.openxmlformats.org/officeDocument/2006/relationships/image" Target="../media/image505.svg"/><Relationship Id="rId24" Type="http://schemas.openxmlformats.org/officeDocument/2006/relationships/image" Target="../media/image518.svg"/><Relationship Id="rId32" Type="http://schemas.openxmlformats.org/officeDocument/2006/relationships/image" Target="../media/image526.svg"/><Relationship Id="rId37" Type="http://schemas.openxmlformats.org/officeDocument/2006/relationships/image" Target="../media/image531.svg"/><Relationship Id="rId5" Type="http://schemas.openxmlformats.org/officeDocument/2006/relationships/image" Target="../media/image499.svg"/><Relationship Id="rId15" Type="http://schemas.openxmlformats.org/officeDocument/2006/relationships/image" Target="../media/image509.svg"/><Relationship Id="rId23" Type="http://schemas.openxmlformats.org/officeDocument/2006/relationships/image" Target="../media/image517.svg"/><Relationship Id="rId28" Type="http://schemas.openxmlformats.org/officeDocument/2006/relationships/image" Target="../media/image522.svg"/><Relationship Id="rId36" Type="http://schemas.openxmlformats.org/officeDocument/2006/relationships/image" Target="../media/image530.svg"/><Relationship Id="rId10" Type="http://schemas.openxmlformats.org/officeDocument/2006/relationships/image" Target="../media/image504.svg"/><Relationship Id="rId19" Type="http://schemas.openxmlformats.org/officeDocument/2006/relationships/image" Target="../media/image513.svg"/><Relationship Id="rId31" Type="http://schemas.openxmlformats.org/officeDocument/2006/relationships/image" Target="../media/image525.svg"/><Relationship Id="rId4" Type="http://schemas.openxmlformats.org/officeDocument/2006/relationships/image" Target="../media/image498.svg"/><Relationship Id="rId9" Type="http://schemas.openxmlformats.org/officeDocument/2006/relationships/image" Target="../media/image503.svg"/><Relationship Id="rId14" Type="http://schemas.openxmlformats.org/officeDocument/2006/relationships/image" Target="../media/image508.svg"/><Relationship Id="rId22" Type="http://schemas.openxmlformats.org/officeDocument/2006/relationships/image" Target="../media/image516.svg"/><Relationship Id="rId27" Type="http://schemas.openxmlformats.org/officeDocument/2006/relationships/image" Target="../media/image521.svg"/><Relationship Id="rId30" Type="http://schemas.openxmlformats.org/officeDocument/2006/relationships/image" Target="../media/image524.svg"/><Relationship Id="rId35" Type="http://schemas.openxmlformats.org/officeDocument/2006/relationships/image" Target="../media/image529.svg"/><Relationship Id="rId8" Type="http://schemas.openxmlformats.org/officeDocument/2006/relationships/image" Target="../media/image502.svg"/><Relationship Id="rId3" Type="http://schemas.openxmlformats.org/officeDocument/2006/relationships/image" Target="../media/image497.sv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3.svg"/><Relationship Id="rId18" Type="http://schemas.openxmlformats.org/officeDocument/2006/relationships/image" Target="../media/image548.svg"/><Relationship Id="rId26" Type="http://schemas.openxmlformats.org/officeDocument/2006/relationships/image" Target="../media/image556.svg"/><Relationship Id="rId39" Type="http://schemas.openxmlformats.org/officeDocument/2006/relationships/image" Target="../media/image569.svg"/><Relationship Id="rId21" Type="http://schemas.openxmlformats.org/officeDocument/2006/relationships/image" Target="../media/image551.svg"/><Relationship Id="rId34" Type="http://schemas.openxmlformats.org/officeDocument/2006/relationships/image" Target="../media/image564.svg"/><Relationship Id="rId42" Type="http://schemas.openxmlformats.org/officeDocument/2006/relationships/image" Target="../media/image572.svg"/><Relationship Id="rId7" Type="http://schemas.openxmlformats.org/officeDocument/2006/relationships/image" Target="../media/image537.svg"/><Relationship Id="rId2" Type="http://schemas.openxmlformats.org/officeDocument/2006/relationships/image" Target="../media/image532.svg"/><Relationship Id="rId16" Type="http://schemas.openxmlformats.org/officeDocument/2006/relationships/image" Target="../media/image546.svg"/><Relationship Id="rId29" Type="http://schemas.openxmlformats.org/officeDocument/2006/relationships/image" Target="../media/image55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36.svg"/><Relationship Id="rId11" Type="http://schemas.openxmlformats.org/officeDocument/2006/relationships/image" Target="../media/image541.svg"/><Relationship Id="rId24" Type="http://schemas.openxmlformats.org/officeDocument/2006/relationships/image" Target="../media/image554.svg"/><Relationship Id="rId32" Type="http://schemas.openxmlformats.org/officeDocument/2006/relationships/image" Target="../media/image562.svg"/><Relationship Id="rId37" Type="http://schemas.openxmlformats.org/officeDocument/2006/relationships/image" Target="../media/image567.svg"/><Relationship Id="rId40" Type="http://schemas.openxmlformats.org/officeDocument/2006/relationships/image" Target="../media/image570.svg"/><Relationship Id="rId45" Type="http://schemas.openxmlformats.org/officeDocument/2006/relationships/image" Target="../media/image575.svg"/><Relationship Id="rId5" Type="http://schemas.openxmlformats.org/officeDocument/2006/relationships/image" Target="../media/image535.svg"/><Relationship Id="rId15" Type="http://schemas.openxmlformats.org/officeDocument/2006/relationships/image" Target="../media/image545.svg"/><Relationship Id="rId23" Type="http://schemas.openxmlformats.org/officeDocument/2006/relationships/image" Target="../media/image553.svg"/><Relationship Id="rId28" Type="http://schemas.openxmlformats.org/officeDocument/2006/relationships/image" Target="../media/image558.svg"/><Relationship Id="rId36" Type="http://schemas.openxmlformats.org/officeDocument/2006/relationships/image" Target="../media/image566.svg"/><Relationship Id="rId10" Type="http://schemas.openxmlformats.org/officeDocument/2006/relationships/image" Target="../media/image540.svg"/><Relationship Id="rId19" Type="http://schemas.openxmlformats.org/officeDocument/2006/relationships/image" Target="../media/image549.svg"/><Relationship Id="rId31" Type="http://schemas.openxmlformats.org/officeDocument/2006/relationships/image" Target="../media/image561.svg"/><Relationship Id="rId44" Type="http://schemas.openxmlformats.org/officeDocument/2006/relationships/image" Target="../media/image574.svg"/><Relationship Id="rId4" Type="http://schemas.openxmlformats.org/officeDocument/2006/relationships/image" Target="../media/image534.svg"/><Relationship Id="rId9" Type="http://schemas.openxmlformats.org/officeDocument/2006/relationships/image" Target="../media/image539.svg"/><Relationship Id="rId14" Type="http://schemas.openxmlformats.org/officeDocument/2006/relationships/image" Target="../media/image544.svg"/><Relationship Id="rId22" Type="http://schemas.openxmlformats.org/officeDocument/2006/relationships/image" Target="../media/image552.svg"/><Relationship Id="rId27" Type="http://schemas.openxmlformats.org/officeDocument/2006/relationships/image" Target="../media/image557.svg"/><Relationship Id="rId30" Type="http://schemas.openxmlformats.org/officeDocument/2006/relationships/image" Target="../media/image560.svg"/><Relationship Id="rId35" Type="http://schemas.openxmlformats.org/officeDocument/2006/relationships/image" Target="../media/image565.svg"/><Relationship Id="rId43" Type="http://schemas.openxmlformats.org/officeDocument/2006/relationships/image" Target="../media/image573.svg"/><Relationship Id="rId8" Type="http://schemas.openxmlformats.org/officeDocument/2006/relationships/image" Target="../media/image538.svg"/><Relationship Id="rId3" Type="http://schemas.openxmlformats.org/officeDocument/2006/relationships/image" Target="../media/image533.svg"/><Relationship Id="rId12" Type="http://schemas.openxmlformats.org/officeDocument/2006/relationships/image" Target="../media/image542.svg"/><Relationship Id="rId17" Type="http://schemas.openxmlformats.org/officeDocument/2006/relationships/image" Target="../media/image547.svg"/><Relationship Id="rId25" Type="http://schemas.openxmlformats.org/officeDocument/2006/relationships/image" Target="../media/image555.svg"/><Relationship Id="rId33" Type="http://schemas.openxmlformats.org/officeDocument/2006/relationships/image" Target="../media/image563.svg"/><Relationship Id="rId38" Type="http://schemas.openxmlformats.org/officeDocument/2006/relationships/image" Target="../media/image568.svg"/><Relationship Id="rId46" Type="http://schemas.openxmlformats.org/officeDocument/2006/relationships/image" Target="../media/image576.svg"/><Relationship Id="rId20" Type="http://schemas.openxmlformats.org/officeDocument/2006/relationships/image" Target="../media/image550.svg"/><Relationship Id="rId41" Type="http://schemas.openxmlformats.org/officeDocument/2006/relationships/image" Target="../media/image571.sv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8.svg"/><Relationship Id="rId18" Type="http://schemas.openxmlformats.org/officeDocument/2006/relationships/image" Target="../media/image593.svg"/><Relationship Id="rId26" Type="http://schemas.openxmlformats.org/officeDocument/2006/relationships/image" Target="../media/image601.svg"/><Relationship Id="rId39" Type="http://schemas.openxmlformats.org/officeDocument/2006/relationships/image" Target="../media/image614.svg"/><Relationship Id="rId21" Type="http://schemas.openxmlformats.org/officeDocument/2006/relationships/image" Target="../media/image596.svg"/><Relationship Id="rId34" Type="http://schemas.openxmlformats.org/officeDocument/2006/relationships/image" Target="../media/image609.svg"/><Relationship Id="rId7" Type="http://schemas.openxmlformats.org/officeDocument/2006/relationships/image" Target="../media/image582.svg"/><Relationship Id="rId2" Type="http://schemas.openxmlformats.org/officeDocument/2006/relationships/image" Target="../media/image577.svg"/><Relationship Id="rId16" Type="http://schemas.openxmlformats.org/officeDocument/2006/relationships/image" Target="../media/image591.svg"/><Relationship Id="rId20" Type="http://schemas.openxmlformats.org/officeDocument/2006/relationships/image" Target="../media/image595.svg"/><Relationship Id="rId29" Type="http://schemas.openxmlformats.org/officeDocument/2006/relationships/image" Target="../media/image604.svg"/><Relationship Id="rId41" Type="http://schemas.openxmlformats.org/officeDocument/2006/relationships/image" Target="../media/image61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81.svg"/><Relationship Id="rId11" Type="http://schemas.openxmlformats.org/officeDocument/2006/relationships/image" Target="../media/image586.svg"/><Relationship Id="rId24" Type="http://schemas.openxmlformats.org/officeDocument/2006/relationships/image" Target="../media/image599.svg"/><Relationship Id="rId32" Type="http://schemas.openxmlformats.org/officeDocument/2006/relationships/image" Target="../media/image607.svg"/><Relationship Id="rId37" Type="http://schemas.openxmlformats.org/officeDocument/2006/relationships/image" Target="../media/image612.svg"/><Relationship Id="rId40" Type="http://schemas.openxmlformats.org/officeDocument/2006/relationships/image" Target="../media/image615.svg"/><Relationship Id="rId5" Type="http://schemas.openxmlformats.org/officeDocument/2006/relationships/image" Target="../media/image580.svg"/><Relationship Id="rId15" Type="http://schemas.openxmlformats.org/officeDocument/2006/relationships/image" Target="../media/image590.svg"/><Relationship Id="rId23" Type="http://schemas.openxmlformats.org/officeDocument/2006/relationships/image" Target="../media/image598.svg"/><Relationship Id="rId28" Type="http://schemas.openxmlformats.org/officeDocument/2006/relationships/image" Target="../media/image603.svg"/><Relationship Id="rId36" Type="http://schemas.openxmlformats.org/officeDocument/2006/relationships/image" Target="../media/image611.svg"/><Relationship Id="rId10" Type="http://schemas.openxmlformats.org/officeDocument/2006/relationships/image" Target="../media/image585.svg"/><Relationship Id="rId19" Type="http://schemas.openxmlformats.org/officeDocument/2006/relationships/image" Target="../media/image594.svg"/><Relationship Id="rId31" Type="http://schemas.openxmlformats.org/officeDocument/2006/relationships/image" Target="../media/image606.svg"/><Relationship Id="rId4" Type="http://schemas.openxmlformats.org/officeDocument/2006/relationships/image" Target="../media/image579.svg"/><Relationship Id="rId9" Type="http://schemas.openxmlformats.org/officeDocument/2006/relationships/image" Target="../media/image584.svg"/><Relationship Id="rId14" Type="http://schemas.openxmlformats.org/officeDocument/2006/relationships/image" Target="../media/image589.svg"/><Relationship Id="rId22" Type="http://schemas.openxmlformats.org/officeDocument/2006/relationships/image" Target="../media/image597.svg"/><Relationship Id="rId27" Type="http://schemas.openxmlformats.org/officeDocument/2006/relationships/image" Target="../media/image602.svg"/><Relationship Id="rId30" Type="http://schemas.openxmlformats.org/officeDocument/2006/relationships/image" Target="../media/image605.svg"/><Relationship Id="rId35" Type="http://schemas.openxmlformats.org/officeDocument/2006/relationships/image" Target="../media/image610.svg"/><Relationship Id="rId8" Type="http://schemas.openxmlformats.org/officeDocument/2006/relationships/image" Target="../media/image583.svg"/><Relationship Id="rId3" Type="http://schemas.openxmlformats.org/officeDocument/2006/relationships/image" Target="../media/image578.svg"/><Relationship Id="rId12" Type="http://schemas.openxmlformats.org/officeDocument/2006/relationships/image" Target="../media/image587.svg"/><Relationship Id="rId17" Type="http://schemas.openxmlformats.org/officeDocument/2006/relationships/image" Target="../media/image592.svg"/><Relationship Id="rId25" Type="http://schemas.openxmlformats.org/officeDocument/2006/relationships/image" Target="../media/image600.svg"/><Relationship Id="rId33" Type="http://schemas.openxmlformats.org/officeDocument/2006/relationships/image" Target="../media/image608.svg"/><Relationship Id="rId38" Type="http://schemas.openxmlformats.org/officeDocument/2006/relationships/image" Target="../media/image61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svg"/><Relationship Id="rId3" Type="http://schemas.openxmlformats.org/officeDocument/2006/relationships/image" Target="../media/image618.svg"/><Relationship Id="rId7" Type="http://schemas.openxmlformats.org/officeDocument/2006/relationships/image" Target="../media/image622.svg"/><Relationship Id="rId2" Type="http://schemas.openxmlformats.org/officeDocument/2006/relationships/image" Target="../media/image61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21.svg"/><Relationship Id="rId5" Type="http://schemas.openxmlformats.org/officeDocument/2006/relationships/image" Target="../media/image620.svg"/><Relationship Id="rId10" Type="http://schemas.openxmlformats.org/officeDocument/2006/relationships/image" Target="../media/image625.svg"/><Relationship Id="rId4" Type="http://schemas.openxmlformats.org/officeDocument/2006/relationships/image" Target="../media/image619.svg"/><Relationship Id="rId9" Type="http://schemas.openxmlformats.org/officeDocument/2006/relationships/image" Target="../media/image62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2.svg"/><Relationship Id="rId13" Type="http://schemas.openxmlformats.org/officeDocument/2006/relationships/image" Target="../media/image637.svg"/><Relationship Id="rId3" Type="http://schemas.openxmlformats.org/officeDocument/2006/relationships/image" Target="../media/image627.svg"/><Relationship Id="rId7" Type="http://schemas.openxmlformats.org/officeDocument/2006/relationships/image" Target="../media/image631.svg"/><Relationship Id="rId12" Type="http://schemas.openxmlformats.org/officeDocument/2006/relationships/image" Target="../media/image636.svg"/><Relationship Id="rId2" Type="http://schemas.openxmlformats.org/officeDocument/2006/relationships/image" Target="../media/image62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30.svg"/><Relationship Id="rId11" Type="http://schemas.openxmlformats.org/officeDocument/2006/relationships/image" Target="../media/image635.svg"/><Relationship Id="rId5" Type="http://schemas.openxmlformats.org/officeDocument/2006/relationships/image" Target="../media/image629.svg"/><Relationship Id="rId10" Type="http://schemas.openxmlformats.org/officeDocument/2006/relationships/image" Target="../media/image634.svg"/><Relationship Id="rId4" Type="http://schemas.openxmlformats.org/officeDocument/2006/relationships/image" Target="../media/image628.svg"/><Relationship Id="rId9" Type="http://schemas.openxmlformats.org/officeDocument/2006/relationships/image" Target="../media/image633.svg"/><Relationship Id="rId14" Type="http://schemas.openxmlformats.org/officeDocument/2006/relationships/image" Target="../media/image63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5.svg"/><Relationship Id="rId3" Type="http://schemas.openxmlformats.org/officeDocument/2006/relationships/image" Target="../media/image640.svg"/><Relationship Id="rId7" Type="http://schemas.openxmlformats.org/officeDocument/2006/relationships/image" Target="../media/image644.svg"/><Relationship Id="rId2" Type="http://schemas.openxmlformats.org/officeDocument/2006/relationships/image" Target="../media/image63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43.svg"/><Relationship Id="rId11" Type="http://schemas.openxmlformats.org/officeDocument/2006/relationships/image" Target="../media/image648.svg"/><Relationship Id="rId5" Type="http://schemas.openxmlformats.org/officeDocument/2006/relationships/image" Target="../media/image642.svg"/><Relationship Id="rId10" Type="http://schemas.openxmlformats.org/officeDocument/2006/relationships/image" Target="../media/image647.svg"/><Relationship Id="rId4" Type="http://schemas.openxmlformats.org/officeDocument/2006/relationships/image" Target="../media/image641.svg"/><Relationship Id="rId9" Type="http://schemas.openxmlformats.org/officeDocument/2006/relationships/image" Target="../media/image646.sv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9.svg"/><Relationship Id="rId18" Type="http://schemas.openxmlformats.org/officeDocument/2006/relationships/image" Target="../media/image664.svg"/><Relationship Id="rId26" Type="http://schemas.openxmlformats.org/officeDocument/2006/relationships/image" Target="../media/image672.svg"/><Relationship Id="rId21" Type="http://schemas.openxmlformats.org/officeDocument/2006/relationships/image" Target="../media/image667.svg"/><Relationship Id="rId34" Type="http://schemas.openxmlformats.org/officeDocument/2006/relationships/image" Target="../media/image680.svg"/><Relationship Id="rId7" Type="http://schemas.openxmlformats.org/officeDocument/2006/relationships/image" Target="../media/image654.svg"/><Relationship Id="rId12" Type="http://schemas.openxmlformats.org/officeDocument/2006/relationships/image" Target="../media/image658.svg"/><Relationship Id="rId17" Type="http://schemas.openxmlformats.org/officeDocument/2006/relationships/image" Target="../media/image663.svg"/><Relationship Id="rId25" Type="http://schemas.openxmlformats.org/officeDocument/2006/relationships/image" Target="../media/image671.svg"/><Relationship Id="rId33" Type="http://schemas.openxmlformats.org/officeDocument/2006/relationships/image" Target="../media/image679.svg"/><Relationship Id="rId2" Type="http://schemas.openxmlformats.org/officeDocument/2006/relationships/image" Target="../media/image649.svg"/><Relationship Id="rId16" Type="http://schemas.openxmlformats.org/officeDocument/2006/relationships/image" Target="../media/image662.svg"/><Relationship Id="rId20" Type="http://schemas.openxmlformats.org/officeDocument/2006/relationships/image" Target="../media/image666.svg"/><Relationship Id="rId29" Type="http://schemas.openxmlformats.org/officeDocument/2006/relationships/image" Target="../media/image675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53.svg"/><Relationship Id="rId11" Type="http://schemas.openxmlformats.org/officeDocument/2006/relationships/image" Target="../media/image657.svg"/><Relationship Id="rId24" Type="http://schemas.openxmlformats.org/officeDocument/2006/relationships/image" Target="../media/image670.svg"/><Relationship Id="rId32" Type="http://schemas.openxmlformats.org/officeDocument/2006/relationships/image" Target="../media/image678.svg"/><Relationship Id="rId37" Type="http://schemas.openxmlformats.org/officeDocument/2006/relationships/image" Target="../media/image531.svg"/><Relationship Id="rId5" Type="http://schemas.openxmlformats.org/officeDocument/2006/relationships/image" Target="../media/image652.svg"/><Relationship Id="rId15" Type="http://schemas.openxmlformats.org/officeDocument/2006/relationships/image" Target="../media/image661.svg"/><Relationship Id="rId23" Type="http://schemas.openxmlformats.org/officeDocument/2006/relationships/image" Target="../media/image669.svg"/><Relationship Id="rId28" Type="http://schemas.openxmlformats.org/officeDocument/2006/relationships/image" Target="../media/image674.svg"/><Relationship Id="rId36" Type="http://schemas.openxmlformats.org/officeDocument/2006/relationships/image" Target="../media/image682.svg"/><Relationship Id="rId10" Type="http://schemas.openxmlformats.org/officeDocument/2006/relationships/image" Target="../media/image656.svg"/><Relationship Id="rId19" Type="http://schemas.openxmlformats.org/officeDocument/2006/relationships/image" Target="../media/image665.svg"/><Relationship Id="rId31" Type="http://schemas.openxmlformats.org/officeDocument/2006/relationships/image" Target="../media/image677.svg"/><Relationship Id="rId4" Type="http://schemas.openxmlformats.org/officeDocument/2006/relationships/image" Target="../media/image651.svg"/><Relationship Id="rId9" Type="http://schemas.openxmlformats.org/officeDocument/2006/relationships/image" Target="../media/image496.svg"/><Relationship Id="rId14" Type="http://schemas.openxmlformats.org/officeDocument/2006/relationships/image" Target="../media/image660.svg"/><Relationship Id="rId22" Type="http://schemas.openxmlformats.org/officeDocument/2006/relationships/image" Target="../media/image668.svg"/><Relationship Id="rId27" Type="http://schemas.openxmlformats.org/officeDocument/2006/relationships/image" Target="../media/image673.svg"/><Relationship Id="rId30" Type="http://schemas.openxmlformats.org/officeDocument/2006/relationships/image" Target="../media/image676.svg"/><Relationship Id="rId35" Type="http://schemas.openxmlformats.org/officeDocument/2006/relationships/image" Target="../media/image681.svg"/><Relationship Id="rId8" Type="http://schemas.openxmlformats.org/officeDocument/2006/relationships/image" Target="../media/image655.svg"/><Relationship Id="rId3" Type="http://schemas.openxmlformats.org/officeDocument/2006/relationships/image" Target="../media/image650.sv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4.svg"/><Relationship Id="rId18" Type="http://schemas.openxmlformats.org/officeDocument/2006/relationships/image" Target="../media/image699.svg"/><Relationship Id="rId26" Type="http://schemas.openxmlformats.org/officeDocument/2006/relationships/image" Target="../media/image707.svg"/><Relationship Id="rId21" Type="http://schemas.openxmlformats.org/officeDocument/2006/relationships/image" Target="../media/image702.svg"/><Relationship Id="rId34" Type="http://schemas.openxmlformats.org/officeDocument/2006/relationships/image" Target="../media/image715.svg"/><Relationship Id="rId7" Type="http://schemas.openxmlformats.org/officeDocument/2006/relationships/image" Target="../media/image688.svg"/><Relationship Id="rId12" Type="http://schemas.openxmlformats.org/officeDocument/2006/relationships/image" Target="../media/image693.svg"/><Relationship Id="rId17" Type="http://schemas.openxmlformats.org/officeDocument/2006/relationships/image" Target="../media/image698.svg"/><Relationship Id="rId25" Type="http://schemas.openxmlformats.org/officeDocument/2006/relationships/image" Target="../media/image706.svg"/><Relationship Id="rId33" Type="http://schemas.openxmlformats.org/officeDocument/2006/relationships/image" Target="../media/image714.svg"/><Relationship Id="rId2" Type="http://schemas.openxmlformats.org/officeDocument/2006/relationships/image" Target="../media/image683.svg"/><Relationship Id="rId16" Type="http://schemas.openxmlformats.org/officeDocument/2006/relationships/image" Target="../media/image697.svg"/><Relationship Id="rId20" Type="http://schemas.openxmlformats.org/officeDocument/2006/relationships/image" Target="../media/image701.svg"/><Relationship Id="rId29" Type="http://schemas.openxmlformats.org/officeDocument/2006/relationships/image" Target="../media/image710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87.svg"/><Relationship Id="rId11" Type="http://schemas.openxmlformats.org/officeDocument/2006/relationships/image" Target="../media/image692.svg"/><Relationship Id="rId24" Type="http://schemas.openxmlformats.org/officeDocument/2006/relationships/image" Target="../media/image705.svg"/><Relationship Id="rId32" Type="http://schemas.openxmlformats.org/officeDocument/2006/relationships/image" Target="../media/image713.svg"/><Relationship Id="rId37" Type="http://schemas.openxmlformats.org/officeDocument/2006/relationships/image" Target="../media/image718.svg"/><Relationship Id="rId5" Type="http://schemas.openxmlformats.org/officeDocument/2006/relationships/image" Target="../media/image686.svg"/><Relationship Id="rId15" Type="http://schemas.openxmlformats.org/officeDocument/2006/relationships/image" Target="../media/image696.svg"/><Relationship Id="rId23" Type="http://schemas.openxmlformats.org/officeDocument/2006/relationships/image" Target="../media/image704.svg"/><Relationship Id="rId28" Type="http://schemas.openxmlformats.org/officeDocument/2006/relationships/image" Target="../media/image709.svg"/><Relationship Id="rId36" Type="http://schemas.openxmlformats.org/officeDocument/2006/relationships/image" Target="../media/image717.svg"/><Relationship Id="rId10" Type="http://schemas.openxmlformats.org/officeDocument/2006/relationships/image" Target="../media/image691.svg"/><Relationship Id="rId19" Type="http://schemas.openxmlformats.org/officeDocument/2006/relationships/image" Target="../media/image700.svg"/><Relationship Id="rId31" Type="http://schemas.openxmlformats.org/officeDocument/2006/relationships/image" Target="../media/image712.svg"/><Relationship Id="rId4" Type="http://schemas.openxmlformats.org/officeDocument/2006/relationships/image" Target="../media/image685.svg"/><Relationship Id="rId9" Type="http://schemas.openxmlformats.org/officeDocument/2006/relationships/image" Target="../media/image690.svg"/><Relationship Id="rId14" Type="http://schemas.openxmlformats.org/officeDocument/2006/relationships/image" Target="../media/image695.svg"/><Relationship Id="rId22" Type="http://schemas.openxmlformats.org/officeDocument/2006/relationships/image" Target="../media/image703.svg"/><Relationship Id="rId27" Type="http://schemas.openxmlformats.org/officeDocument/2006/relationships/image" Target="../media/image708.svg"/><Relationship Id="rId30" Type="http://schemas.openxmlformats.org/officeDocument/2006/relationships/image" Target="../media/image711.svg"/><Relationship Id="rId35" Type="http://schemas.openxmlformats.org/officeDocument/2006/relationships/image" Target="../media/image716.svg"/><Relationship Id="rId8" Type="http://schemas.openxmlformats.org/officeDocument/2006/relationships/image" Target="../media/image689.svg"/><Relationship Id="rId3" Type="http://schemas.openxmlformats.org/officeDocument/2006/relationships/image" Target="../media/image684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5.svg"/><Relationship Id="rId3" Type="http://schemas.openxmlformats.org/officeDocument/2006/relationships/image" Target="../media/image720.svg"/><Relationship Id="rId7" Type="http://schemas.openxmlformats.org/officeDocument/2006/relationships/image" Target="../media/image724.svg"/><Relationship Id="rId12" Type="http://schemas.openxmlformats.org/officeDocument/2006/relationships/image" Target="../media/image729.svg"/><Relationship Id="rId2" Type="http://schemas.openxmlformats.org/officeDocument/2006/relationships/image" Target="../media/image71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23.svg"/><Relationship Id="rId11" Type="http://schemas.openxmlformats.org/officeDocument/2006/relationships/image" Target="../media/image728.svg"/><Relationship Id="rId5" Type="http://schemas.openxmlformats.org/officeDocument/2006/relationships/image" Target="../media/image722.svg"/><Relationship Id="rId10" Type="http://schemas.openxmlformats.org/officeDocument/2006/relationships/image" Target="../media/image727.svg"/><Relationship Id="rId4" Type="http://schemas.openxmlformats.org/officeDocument/2006/relationships/image" Target="../media/image721.svg"/><Relationship Id="rId9" Type="http://schemas.openxmlformats.org/officeDocument/2006/relationships/image" Target="../media/image726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6.svg"/><Relationship Id="rId13" Type="http://schemas.openxmlformats.org/officeDocument/2006/relationships/image" Target="../media/image741.svg"/><Relationship Id="rId18" Type="http://schemas.openxmlformats.org/officeDocument/2006/relationships/image" Target="../media/image746.svg"/><Relationship Id="rId26" Type="http://schemas.openxmlformats.org/officeDocument/2006/relationships/image" Target="../media/image754.svg"/><Relationship Id="rId3" Type="http://schemas.openxmlformats.org/officeDocument/2006/relationships/image" Target="../media/image731.svg"/><Relationship Id="rId21" Type="http://schemas.openxmlformats.org/officeDocument/2006/relationships/image" Target="../media/image749.svg"/><Relationship Id="rId7" Type="http://schemas.openxmlformats.org/officeDocument/2006/relationships/image" Target="../media/image735.svg"/><Relationship Id="rId12" Type="http://schemas.openxmlformats.org/officeDocument/2006/relationships/image" Target="../media/image740.svg"/><Relationship Id="rId17" Type="http://schemas.openxmlformats.org/officeDocument/2006/relationships/image" Target="../media/image745.svg"/><Relationship Id="rId25" Type="http://schemas.openxmlformats.org/officeDocument/2006/relationships/image" Target="../media/image753.svg"/><Relationship Id="rId2" Type="http://schemas.openxmlformats.org/officeDocument/2006/relationships/image" Target="../media/image730.svg"/><Relationship Id="rId16" Type="http://schemas.openxmlformats.org/officeDocument/2006/relationships/image" Target="../media/image744.svg"/><Relationship Id="rId20" Type="http://schemas.openxmlformats.org/officeDocument/2006/relationships/image" Target="../media/image748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34.svg"/><Relationship Id="rId11" Type="http://schemas.openxmlformats.org/officeDocument/2006/relationships/image" Target="../media/image739.svg"/><Relationship Id="rId24" Type="http://schemas.openxmlformats.org/officeDocument/2006/relationships/image" Target="../media/image752.svg"/><Relationship Id="rId5" Type="http://schemas.openxmlformats.org/officeDocument/2006/relationships/image" Target="../media/image733.svg"/><Relationship Id="rId15" Type="http://schemas.openxmlformats.org/officeDocument/2006/relationships/image" Target="../media/image743.svg"/><Relationship Id="rId23" Type="http://schemas.openxmlformats.org/officeDocument/2006/relationships/image" Target="../media/image751.svg"/><Relationship Id="rId28" Type="http://schemas.openxmlformats.org/officeDocument/2006/relationships/image" Target="../media/image756.svg"/><Relationship Id="rId10" Type="http://schemas.openxmlformats.org/officeDocument/2006/relationships/image" Target="../media/image738.svg"/><Relationship Id="rId19" Type="http://schemas.openxmlformats.org/officeDocument/2006/relationships/image" Target="../media/image747.svg"/><Relationship Id="rId4" Type="http://schemas.openxmlformats.org/officeDocument/2006/relationships/image" Target="../media/image732.svg"/><Relationship Id="rId9" Type="http://schemas.openxmlformats.org/officeDocument/2006/relationships/image" Target="../media/image737.svg"/><Relationship Id="rId14" Type="http://schemas.openxmlformats.org/officeDocument/2006/relationships/image" Target="../media/image742.svg"/><Relationship Id="rId22" Type="http://schemas.openxmlformats.org/officeDocument/2006/relationships/image" Target="../media/image750.svg"/><Relationship Id="rId27" Type="http://schemas.openxmlformats.org/officeDocument/2006/relationships/image" Target="../media/image75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3.svg"/><Relationship Id="rId13" Type="http://schemas.openxmlformats.org/officeDocument/2006/relationships/image" Target="../media/image768.svg"/><Relationship Id="rId18" Type="http://schemas.openxmlformats.org/officeDocument/2006/relationships/image" Target="../media/image773.svg"/><Relationship Id="rId3" Type="http://schemas.openxmlformats.org/officeDocument/2006/relationships/image" Target="../media/image758.svg"/><Relationship Id="rId21" Type="http://schemas.openxmlformats.org/officeDocument/2006/relationships/image" Target="../media/image776.svg"/><Relationship Id="rId7" Type="http://schemas.openxmlformats.org/officeDocument/2006/relationships/image" Target="../media/image762.svg"/><Relationship Id="rId12" Type="http://schemas.openxmlformats.org/officeDocument/2006/relationships/image" Target="../media/image767.svg"/><Relationship Id="rId17" Type="http://schemas.openxmlformats.org/officeDocument/2006/relationships/image" Target="../media/image772.svg"/><Relationship Id="rId25" Type="http://schemas.openxmlformats.org/officeDocument/2006/relationships/image" Target="../media/image780.svg"/><Relationship Id="rId2" Type="http://schemas.openxmlformats.org/officeDocument/2006/relationships/image" Target="../media/image757.svg"/><Relationship Id="rId16" Type="http://schemas.openxmlformats.org/officeDocument/2006/relationships/image" Target="../media/image771.svg"/><Relationship Id="rId20" Type="http://schemas.openxmlformats.org/officeDocument/2006/relationships/image" Target="../media/image775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61.svg"/><Relationship Id="rId11" Type="http://schemas.openxmlformats.org/officeDocument/2006/relationships/image" Target="../media/image766.svg"/><Relationship Id="rId24" Type="http://schemas.openxmlformats.org/officeDocument/2006/relationships/image" Target="../media/image779.svg"/><Relationship Id="rId5" Type="http://schemas.openxmlformats.org/officeDocument/2006/relationships/image" Target="../media/image760.svg"/><Relationship Id="rId15" Type="http://schemas.openxmlformats.org/officeDocument/2006/relationships/image" Target="../media/image770.svg"/><Relationship Id="rId23" Type="http://schemas.openxmlformats.org/officeDocument/2006/relationships/image" Target="../media/image778.svg"/><Relationship Id="rId10" Type="http://schemas.openxmlformats.org/officeDocument/2006/relationships/image" Target="../media/image765.svg"/><Relationship Id="rId19" Type="http://schemas.openxmlformats.org/officeDocument/2006/relationships/image" Target="../media/image774.svg"/><Relationship Id="rId4" Type="http://schemas.openxmlformats.org/officeDocument/2006/relationships/image" Target="../media/image759.svg"/><Relationship Id="rId9" Type="http://schemas.openxmlformats.org/officeDocument/2006/relationships/image" Target="../media/image764.svg"/><Relationship Id="rId14" Type="http://schemas.openxmlformats.org/officeDocument/2006/relationships/image" Target="../media/image769.svg"/><Relationship Id="rId22" Type="http://schemas.openxmlformats.org/officeDocument/2006/relationships/image" Target="../media/image777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7.svg"/><Relationship Id="rId3" Type="http://schemas.openxmlformats.org/officeDocument/2006/relationships/image" Target="../media/image782.svg"/><Relationship Id="rId7" Type="http://schemas.openxmlformats.org/officeDocument/2006/relationships/image" Target="../media/image786.svg"/><Relationship Id="rId2" Type="http://schemas.openxmlformats.org/officeDocument/2006/relationships/image" Target="../media/image78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5.svg"/><Relationship Id="rId11" Type="http://schemas.openxmlformats.org/officeDocument/2006/relationships/image" Target="../media/image790.svg"/><Relationship Id="rId5" Type="http://schemas.openxmlformats.org/officeDocument/2006/relationships/image" Target="../media/image784.svg"/><Relationship Id="rId10" Type="http://schemas.openxmlformats.org/officeDocument/2006/relationships/image" Target="../media/image789.svg"/><Relationship Id="rId4" Type="http://schemas.openxmlformats.org/officeDocument/2006/relationships/image" Target="../media/image783.svg"/><Relationship Id="rId9" Type="http://schemas.openxmlformats.org/officeDocument/2006/relationships/image" Target="../media/image788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7.svg"/><Relationship Id="rId13" Type="http://schemas.openxmlformats.org/officeDocument/2006/relationships/image" Target="../media/image802.svg"/><Relationship Id="rId18" Type="http://schemas.openxmlformats.org/officeDocument/2006/relationships/image" Target="../media/image807.svg"/><Relationship Id="rId26" Type="http://schemas.openxmlformats.org/officeDocument/2006/relationships/image" Target="../media/image815.svg"/><Relationship Id="rId3" Type="http://schemas.openxmlformats.org/officeDocument/2006/relationships/image" Target="../media/image792.svg"/><Relationship Id="rId21" Type="http://schemas.openxmlformats.org/officeDocument/2006/relationships/image" Target="../media/image810.svg"/><Relationship Id="rId7" Type="http://schemas.openxmlformats.org/officeDocument/2006/relationships/image" Target="../media/image796.svg"/><Relationship Id="rId12" Type="http://schemas.openxmlformats.org/officeDocument/2006/relationships/image" Target="../media/image801.svg"/><Relationship Id="rId17" Type="http://schemas.openxmlformats.org/officeDocument/2006/relationships/image" Target="../media/image806.svg"/><Relationship Id="rId25" Type="http://schemas.openxmlformats.org/officeDocument/2006/relationships/image" Target="../media/image814.svg"/><Relationship Id="rId2" Type="http://schemas.openxmlformats.org/officeDocument/2006/relationships/image" Target="../media/image791.svg"/><Relationship Id="rId16" Type="http://schemas.openxmlformats.org/officeDocument/2006/relationships/image" Target="../media/image805.svg"/><Relationship Id="rId20" Type="http://schemas.openxmlformats.org/officeDocument/2006/relationships/image" Target="../media/image809.svg"/><Relationship Id="rId29" Type="http://schemas.openxmlformats.org/officeDocument/2006/relationships/image" Target="../media/image818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95.svg"/><Relationship Id="rId11" Type="http://schemas.openxmlformats.org/officeDocument/2006/relationships/image" Target="../media/image800.svg"/><Relationship Id="rId24" Type="http://schemas.openxmlformats.org/officeDocument/2006/relationships/image" Target="../media/image813.svg"/><Relationship Id="rId5" Type="http://schemas.openxmlformats.org/officeDocument/2006/relationships/image" Target="../media/image794.svg"/><Relationship Id="rId15" Type="http://schemas.openxmlformats.org/officeDocument/2006/relationships/image" Target="../media/image804.svg"/><Relationship Id="rId23" Type="http://schemas.openxmlformats.org/officeDocument/2006/relationships/image" Target="../media/image812.svg"/><Relationship Id="rId28" Type="http://schemas.openxmlformats.org/officeDocument/2006/relationships/image" Target="../media/image817.svg"/><Relationship Id="rId10" Type="http://schemas.openxmlformats.org/officeDocument/2006/relationships/image" Target="../media/image799.svg"/><Relationship Id="rId19" Type="http://schemas.openxmlformats.org/officeDocument/2006/relationships/image" Target="../media/image808.svg"/><Relationship Id="rId4" Type="http://schemas.openxmlformats.org/officeDocument/2006/relationships/image" Target="../media/image793.svg"/><Relationship Id="rId9" Type="http://schemas.openxmlformats.org/officeDocument/2006/relationships/image" Target="../media/image798.svg"/><Relationship Id="rId14" Type="http://schemas.openxmlformats.org/officeDocument/2006/relationships/image" Target="../media/image803.svg"/><Relationship Id="rId22" Type="http://schemas.openxmlformats.org/officeDocument/2006/relationships/image" Target="../media/image811.svg"/><Relationship Id="rId27" Type="http://schemas.openxmlformats.org/officeDocument/2006/relationships/image" Target="../media/image816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5.svg"/><Relationship Id="rId13" Type="http://schemas.openxmlformats.org/officeDocument/2006/relationships/image" Target="../media/image830.svg"/><Relationship Id="rId18" Type="http://schemas.openxmlformats.org/officeDocument/2006/relationships/image" Target="../media/image835.svg"/><Relationship Id="rId3" Type="http://schemas.openxmlformats.org/officeDocument/2006/relationships/image" Target="../media/image820.svg"/><Relationship Id="rId7" Type="http://schemas.openxmlformats.org/officeDocument/2006/relationships/image" Target="../media/image824.svg"/><Relationship Id="rId12" Type="http://schemas.openxmlformats.org/officeDocument/2006/relationships/image" Target="../media/image829.svg"/><Relationship Id="rId17" Type="http://schemas.openxmlformats.org/officeDocument/2006/relationships/image" Target="../media/image834.svg"/><Relationship Id="rId2" Type="http://schemas.openxmlformats.org/officeDocument/2006/relationships/image" Target="../media/image819.svg"/><Relationship Id="rId16" Type="http://schemas.openxmlformats.org/officeDocument/2006/relationships/image" Target="../media/image833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23.svg"/><Relationship Id="rId11" Type="http://schemas.openxmlformats.org/officeDocument/2006/relationships/image" Target="../media/image828.svg"/><Relationship Id="rId5" Type="http://schemas.openxmlformats.org/officeDocument/2006/relationships/image" Target="../media/image822.svg"/><Relationship Id="rId15" Type="http://schemas.openxmlformats.org/officeDocument/2006/relationships/image" Target="../media/image832.svg"/><Relationship Id="rId10" Type="http://schemas.openxmlformats.org/officeDocument/2006/relationships/image" Target="../media/image827.svg"/><Relationship Id="rId4" Type="http://schemas.openxmlformats.org/officeDocument/2006/relationships/image" Target="../media/image821.svg"/><Relationship Id="rId9" Type="http://schemas.openxmlformats.org/officeDocument/2006/relationships/image" Target="../media/image826.svg"/><Relationship Id="rId14" Type="http://schemas.openxmlformats.org/officeDocument/2006/relationships/image" Target="../media/image831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2.svg"/><Relationship Id="rId3" Type="http://schemas.openxmlformats.org/officeDocument/2006/relationships/image" Target="../media/image837.svg"/><Relationship Id="rId7" Type="http://schemas.openxmlformats.org/officeDocument/2006/relationships/image" Target="../media/image841.svg"/><Relationship Id="rId12" Type="http://schemas.openxmlformats.org/officeDocument/2006/relationships/image" Target="../media/image846.svg"/><Relationship Id="rId2" Type="http://schemas.openxmlformats.org/officeDocument/2006/relationships/image" Target="../media/image83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40.svg"/><Relationship Id="rId11" Type="http://schemas.openxmlformats.org/officeDocument/2006/relationships/image" Target="../media/image845.svg"/><Relationship Id="rId5" Type="http://schemas.openxmlformats.org/officeDocument/2006/relationships/image" Target="../media/image839.svg"/><Relationship Id="rId10" Type="http://schemas.openxmlformats.org/officeDocument/2006/relationships/image" Target="../media/image844.svg"/><Relationship Id="rId4" Type="http://schemas.openxmlformats.org/officeDocument/2006/relationships/image" Target="../media/image838.svg"/><Relationship Id="rId9" Type="http://schemas.openxmlformats.org/officeDocument/2006/relationships/image" Target="../media/image843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3.svg"/><Relationship Id="rId3" Type="http://schemas.openxmlformats.org/officeDocument/2006/relationships/image" Target="../media/image848.svg"/><Relationship Id="rId7" Type="http://schemas.openxmlformats.org/officeDocument/2006/relationships/image" Target="../media/image852.svg"/><Relationship Id="rId2" Type="http://schemas.openxmlformats.org/officeDocument/2006/relationships/image" Target="../media/image847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51.svg"/><Relationship Id="rId5" Type="http://schemas.openxmlformats.org/officeDocument/2006/relationships/image" Target="../media/image850.svg"/><Relationship Id="rId10" Type="http://schemas.openxmlformats.org/officeDocument/2006/relationships/image" Target="../media/image855.svg"/><Relationship Id="rId4" Type="http://schemas.openxmlformats.org/officeDocument/2006/relationships/image" Target="../media/image849.svg"/><Relationship Id="rId9" Type="http://schemas.openxmlformats.org/officeDocument/2006/relationships/image" Target="../media/image854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svg"/><Relationship Id="rId3" Type="http://schemas.openxmlformats.org/officeDocument/2006/relationships/image" Target="../media/image857.svg"/><Relationship Id="rId7" Type="http://schemas.openxmlformats.org/officeDocument/2006/relationships/image" Target="../media/image861.svg"/><Relationship Id="rId2" Type="http://schemas.openxmlformats.org/officeDocument/2006/relationships/image" Target="../media/image85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60.svg"/><Relationship Id="rId5" Type="http://schemas.openxmlformats.org/officeDocument/2006/relationships/image" Target="../media/image859.svg"/><Relationship Id="rId10" Type="http://schemas.openxmlformats.org/officeDocument/2006/relationships/image" Target="../media/image864.svg"/><Relationship Id="rId4" Type="http://schemas.openxmlformats.org/officeDocument/2006/relationships/image" Target="../media/image858.svg"/><Relationship Id="rId9" Type="http://schemas.openxmlformats.org/officeDocument/2006/relationships/image" Target="../media/image863.sv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6.svg"/><Relationship Id="rId18" Type="http://schemas.openxmlformats.org/officeDocument/2006/relationships/image" Target="../media/image881.svg"/><Relationship Id="rId26" Type="http://schemas.openxmlformats.org/officeDocument/2006/relationships/image" Target="../media/image889.svg"/><Relationship Id="rId39" Type="http://schemas.openxmlformats.org/officeDocument/2006/relationships/image" Target="../media/image902.svg"/><Relationship Id="rId21" Type="http://schemas.openxmlformats.org/officeDocument/2006/relationships/image" Target="../media/image884.svg"/><Relationship Id="rId34" Type="http://schemas.openxmlformats.org/officeDocument/2006/relationships/image" Target="../media/image897.svg"/><Relationship Id="rId42" Type="http://schemas.openxmlformats.org/officeDocument/2006/relationships/image" Target="../media/image905.svg"/><Relationship Id="rId47" Type="http://schemas.openxmlformats.org/officeDocument/2006/relationships/image" Target="../media/image910.svg"/><Relationship Id="rId50" Type="http://schemas.openxmlformats.org/officeDocument/2006/relationships/image" Target="../media/image913.svg"/><Relationship Id="rId7" Type="http://schemas.openxmlformats.org/officeDocument/2006/relationships/image" Target="../media/image870.svg"/><Relationship Id="rId2" Type="http://schemas.openxmlformats.org/officeDocument/2006/relationships/image" Target="../media/image865.svg"/><Relationship Id="rId16" Type="http://schemas.openxmlformats.org/officeDocument/2006/relationships/image" Target="../media/image879.svg"/><Relationship Id="rId29" Type="http://schemas.openxmlformats.org/officeDocument/2006/relationships/image" Target="../media/image892.svg"/><Relationship Id="rId11" Type="http://schemas.openxmlformats.org/officeDocument/2006/relationships/image" Target="../media/image874.svg"/><Relationship Id="rId24" Type="http://schemas.openxmlformats.org/officeDocument/2006/relationships/image" Target="../media/image887.svg"/><Relationship Id="rId32" Type="http://schemas.openxmlformats.org/officeDocument/2006/relationships/image" Target="../media/image895.svg"/><Relationship Id="rId37" Type="http://schemas.openxmlformats.org/officeDocument/2006/relationships/image" Target="../media/image900.svg"/><Relationship Id="rId40" Type="http://schemas.openxmlformats.org/officeDocument/2006/relationships/image" Target="../media/image903.svg"/><Relationship Id="rId45" Type="http://schemas.openxmlformats.org/officeDocument/2006/relationships/image" Target="../media/image908.svg"/><Relationship Id="rId5" Type="http://schemas.openxmlformats.org/officeDocument/2006/relationships/image" Target="../media/image868.svg"/><Relationship Id="rId15" Type="http://schemas.openxmlformats.org/officeDocument/2006/relationships/image" Target="../media/image878.svg"/><Relationship Id="rId23" Type="http://schemas.openxmlformats.org/officeDocument/2006/relationships/image" Target="../media/image886.svg"/><Relationship Id="rId28" Type="http://schemas.openxmlformats.org/officeDocument/2006/relationships/image" Target="../media/image891.svg"/><Relationship Id="rId36" Type="http://schemas.openxmlformats.org/officeDocument/2006/relationships/image" Target="../media/image899.svg"/><Relationship Id="rId49" Type="http://schemas.openxmlformats.org/officeDocument/2006/relationships/image" Target="../media/image912.svg"/><Relationship Id="rId10" Type="http://schemas.openxmlformats.org/officeDocument/2006/relationships/image" Target="../media/image873.svg"/><Relationship Id="rId19" Type="http://schemas.openxmlformats.org/officeDocument/2006/relationships/image" Target="../media/image882.svg"/><Relationship Id="rId31" Type="http://schemas.openxmlformats.org/officeDocument/2006/relationships/image" Target="../media/image894.svg"/><Relationship Id="rId44" Type="http://schemas.openxmlformats.org/officeDocument/2006/relationships/image" Target="../media/image907.svg"/><Relationship Id="rId4" Type="http://schemas.openxmlformats.org/officeDocument/2006/relationships/image" Target="../media/image867.svg"/><Relationship Id="rId9" Type="http://schemas.openxmlformats.org/officeDocument/2006/relationships/image" Target="../media/image872.svg"/><Relationship Id="rId14" Type="http://schemas.openxmlformats.org/officeDocument/2006/relationships/image" Target="../media/image877.svg"/><Relationship Id="rId22" Type="http://schemas.openxmlformats.org/officeDocument/2006/relationships/image" Target="../media/image885.svg"/><Relationship Id="rId27" Type="http://schemas.openxmlformats.org/officeDocument/2006/relationships/image" Target="../media/image890.svg"/><Relationship Id="rId30" Type="http://schemas.openxmlformats.org/officeDocument/2006/relationships/image" Target="../media/image893.svg"/><Relationship Id="rId35" Type="http://schemas.openxmlformats.org/officeDocument/2006/relationships/image" Target="../media/image898.svg"/><Relationship Id="rId43" Type="http://schemas.openxmlformats.org/officeDocument/2006/relationships/image" Target="../media/image906.svg"/><Relationship Id="rId48" Type="http://schemas.openxmlformats.org/officeDocument/2006/relationships/image" Target="../media/image911.svg"/><Relationship Id="rId8" Type="http://schemas.openxmlformats.org/officeDocument/2006/relationships/image" Target="../media/image871.svg"/><Relationship Id="rId51" Type="http://schemas.openxmlformats.org/officeDocument/2006/relationships/image" Target="../media/image914.svg"/><Relationship Id="rId3" Type="http://schemas.openxmlformats.org/officeDocument/2006/relationships/image" Target="../media/image866.svg"/><Relationship Id="rId12" Type="http://schemas.openxmlformats.org/officeDocument/2006/relationships/image" Target="../media/image875.svg"/><Relationship Id="rId17" Type="http://schemas.openxmlformats.org/officeDocument/2006/relationships/image" Target="../media/image880.svg"/><Relationship Id="rId25" Type="http://schemas.openxmlformats.org/officeDocument/2006/relationships/image" Target="../media/image888.svg"/><Relationship Id="rId33" Type="http://schemas.openxmlformats.org/officeDocument/2006/relationships/image" Target="../media/image896.svg"/><Relationship Id="rId38" Type="http://schemas.openxmlformats.org/officeDocument/2006/relationships/image" Target="../media/image901.svg"/><Relationship Id="rId46" Type="http://schemas.openxmlformats.org/officeDocument/2006/relationships/image" Target="../media/image909.svg"/><Relationship Id="rId20" Type="http://schemas.openxmlformats.org/officeDocument/2006/relationships/image" Target="../media/image883.svg"/><Relationship Id="rId41" Type="http://schemas.openxmlformats.org/officeDocument/2006/relationships/image" Target="../media/image904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69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1.svg"/><Relationship Id="rId13" Type="http://schemas.openxmlformats.org/officeDocument/2006/relationships/image" Target="../media/image926.svg"/><Relationship Id="rId18" Type="http://schemas.openxmlformats.org/officeDocument/2006/relationships/image" Target="../media/image931.svg"/><Relationship Id="rId26" Type="http://schemas.openxmlformats.org/officeDocument/2006/relationships/image" Target="../media/image939.svg"/><Relationship Id="rId3" Type="http://schemas.openxmlformats.org/officeDocument/2006/relationships/image" Target="../media/image916.svg"/><Relationship Id="rId21" Type="http://schemas.openxmlformats.org/officeDocument/2006/relationships/image" Target="../media/image934.svg"/><Relationship Id="rId7" Type="http://schemas.openxmlformats.org/officeDocument/2006/relationships/image" Target="../media/image920.svg"/><Relationship Id="rId12" Type="http://schemas.openxmlformats.org/officeDocument/2006/relationships/image" Target="../media/image925.svg"/><Relationship Id="rId17" Type="http://schemas.openxmlformats.org/officeDocument/2006/relationships/image" Target="../media/image930.svg"/><Relationship Id="rId25" Type="http://schemas.openxmlformats.org/officeDocument/2006/relationships/image" Target="../media/image938.svg"/><Relationship Id="rId2" Type="http://schemas.openxmlformats.org/officeDocument/2006/relationships/image" Target="../media/image915.svg"/><Relationship Id="rId16" Type="http://schemas.openxmlformats.org/officeDocument/2006/relationships/image" Target="../media/image929.svg"/><Relationship Id="rId20" Type="http://schemas.openxmlformats.org/officeDocument/2006/relationships/image" Target="../media/image933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19.svg"/><Relationship Id="rId11" Type="http://schemas.openxmlformats.org/officeDocument/2006/relationships/image" Target="../media/image924.svg"/><Relationship Id="rId24" Type="http://schemas.openxmlformats.org/officeDocument/2006/relationships/image" Target="../media/image937.svg"/><Relationship Id="rId5" Type="http://schemas.openxmlformats.org/officeDocument/2006/relationships/image" Target="../media/image918.svg"/><Relationship Id="rId15" Type="http://schemas.openxmlformats.org/officeDocument/2006/relationships/image" Target="../media/image928.svg"/><Relationship Id="rId23" Type="http://schemas.openxmlformats.org/officeDocument/2006/relationships/image" Target="../media/image936.svg"/><Relationship Id="rId10" Type="http://schemas.openxmlformats.org/officeDocument/2006/relationships/image" Target="../media/image923.svg"/><Relationship Id="rId19" Type="http://schemas.openxmlformats.org/officeDocument/2006/relationships/image" Target="../media/image932.svg"/><Relationship Id="rId4" Type="http://schemas.openxmlformats.org/officeDocument/2006/relationships/image" Target="../media/image917.svg"/><Relationship Id="rId9" Type="http://schemas.openxmlformats.org/officeDocument/2006/relationships/image" Target="../media/image922.svg"/><Relationship Id="rId14" Type="http://schemas.openxmlformats.org/officeDocument/2006/relationships/image" Target="../media/image927.svg"/><Relationship Id="rId22" Type="http://schemas.openxmlformats.org/officeDocument/2006/relationships/image" Target="../media/image935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6.svg"/><Relationship Id="rId13" Type="http://schemas.openxmlformats.org/officeDocument/2006/relationships/image" Target="../media/image951.svg"/><Relationship Id="rId18" Type="http://schemas.openxmlformats.org/officeDocument/2006/relationships/image" Target="../media/image956.svg"/><Relationship Id="rId3" Type="http://schemas.openxmlformats.org/officeDocument/2006/relationships/image" Target="../media/image941.svg"/><Relationship Id="rId7" Type="http://schemas.openxmlformats.org/officeDocument/2006/relationships/image" Target="../media/image945.svg"/><Relationship Id="rId12" Type="http://schemas.openxmlformats.org/officeDocument/2006/relationships/image" Target="../media/image950.svg"/><Relationship Id="rId17" Type="http://schemas.openxmlformats.org/officeDocument/2006/relationships/image" Target="../media/image955.svg"/><Relationship Id="rId2" Type="http://schemas.openxmlformats.org/officeDocument/2006/relationships/image" Target="../media/image940.svg"/><Relationship Id="rId16" Type="http://schemas.openxmlformats.org/officeDocument/2006/relationships/image" Target="../media/image954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44.svg"/><Relationship Id="rId11" Type="http://schemas.openxmlformats.org/officeDocument/2006/relationships/image" Target="../media/image949.svg"/><Relationship Id="rId5" Type="http://schemas.openxmlformats.org/officeDocument/2006/relationships/image" Target="../media/image943.svg"/><Relationship Id="rId15" Type="http://schemas.openxmlformats.org/officeDocument/2006/relationships/image" Target="../media/image953.svg"/><Relationship Id="rId10" Type="http://schemas.openxmlformats.org/officeDocument/2006/relationships/image" Target="../media/image948.svg"/><Relationship Id="rId4" Type="http://schemas.openxmlformats.org/officeDocument/2006/relationships/image" Target="../media/image942.svg"/><Relationship Id="rId9" Type="http://schemas.openxmlformats.org/officeDocument/2006/relationships/image" Target="../media/image947.svg"/><Relationship Id="rId14" Type="http://schemas.openxmlformats.org/officeDocument/2006/relationships/image" Target="../media/image9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095981E8-E903-F3B9-3BE5-073E0518C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8F353D94-E333-02D3-BE53-295EAF1C7B2B}"/>
              </a:ext>
            </a:extLst>
          </p:cNvPr>
          <p:cNvSpPr/>
          <p:nvPr/>
        </p:nvSpPr>
        <p:spPr>
          <a:xfrm>
            <a:off x="0" y="0"/>
            <a:ext cx="12225546" cy="6858000"/>
          </a:xfrm>
          <a:prstGeom prst="rect">
            <a:avLst/>
          </a:prstGeom>
          <a:gradFill>
            <a:gsLst>
              <a:gs pos="0">
                <a:srgbClr val="061F32">
                  <a:alpha val="80000"/>
                </a:srgbClr>
              </a:gs>
              <a:gs pos="100000">
                <a:srgbClr val="061F32">
                  <a:alpha val="0"/>
                </a:srgbClr>
              </a:gs>
            </a:gsLst>
            <a:lin ang="0" scaled="0"/>
          </a:gradFill>
          <a:ln w="63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defRPr/>
            </a:pPr>
            <a:endParaRPr lang="pt-BR" sz="1600" kern="0" dirty="0">
              <a:solidFill>
                <a:srgbClr val="061F32"/>
              </a:solidFill>
              <a:latin typeface="PP Telegraf" pitchFamily="2" charset="77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D9E936-E932-A979-EE65-C3854654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0" y="629426"/>
            <a:ext cx="2173180" cy="1738347"/>
          </a:xfrm>
        </p:spPr>
        <p:txBody>
          <a:bodyPr>
            <a:normAutofit fontScale="90000"/>
          </a:bodyPr>
          <a:lstStyle/>
          <a:p>
            <a:r>
              <a:rPr lang="pt-BR" sz="3600" dirty="0">
                <a:latin typeface="PP Telegraf" pitchFamily="2" charset="77"/>
              </a:rPr>
              <a:t>Biblioteca </a:t>
            </a:r>
            <a:br>
              <a:rPr lang="pt-BR" sz="3600" dirty="0">
                <a:latin typeface="PP Telegraf" pitchFamily="2" charset="77"/>
              </a:rPr>
            </a:br>
            <a:r>
              <a:rPr lang="pt-BR" sz="3600" dirty="0">
                <a:latin typeface="PP Telegraf" pitchFamily="2" charset="77"/>
              </a:rPr>
              <a:t>de Ícones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415AA6-71FF-4CCA-2E81-0839BA38C2FB}"/>
              </a:ext>
            </a:extLst>
          </p:cNvPr>
          <p:cNvSpPr txBox="1">
            <a:spLocks/>
          </p:cNvSpPr>
          <p:nvPr/>
        </p:nvSpPr>
        <p:spPr>
          <a:xfrm>
            <a:off x="722420" y="2013726"/>
            <a:ext cx="4764087" cy="20210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9525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9843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06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388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3343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/>
              <a:t>Instruções:</a:t>
            </a:r>
          </a:p>
          <a:p>
            <a:pPr marL="238125" indent="-228600">
              <a:buAutoNum type="arabicPeriod"/>
            </a:pPr>
            <a:r>
              <a:rPr lang="pt-BR"/>
              <a:t>Baixe uma cópia desse arquivo no seu computador </a:t>
            </a:r>
            <a:br>
              <a:rPr lang="pt-BR"/>
            </a:br>
            <a:r>
              <a:rPr lang="pt-BR"/>
              <a:t>para conseguir editar os ícones.</a:t>
            </a:r>
          </a:p>
          <a:p>
            <a:pPr marL="238125" indent="-228600">
              <a:buAutoNum type="arabicPeriod"/>
            </a:pPr>
            <a:r>
              <a:rPr lang="pt-BR"/>
              <a:t>Navegue pelos temas no próximo slide</a:t>
            </a:r>
          </a:p>
          <a:p>
            <a:pPr marL="238125" indent="-228600">
              <a:buAutoNum type="arabicPeriod"/>
            </a:pPr>
            <a:r>
              <a:rPr lang="pt-BR"/>
              <a:t>Você pode mudar a cor do ícone clicando nele e mudando </a:t>
            </a:r>
            <a:br>
              <a:rPr lang="pt-BR"/>
            </a:br>
            <a:r>
              <a:rPr lang="pt-BR"/>
              <a:t>a cor do preenchimento na barra de ferramentas</a:t>
            </a:r>
          </a:p>
          <a:p>
            <a:pPr marL="238125" indent="-228600">
              <a:buAutoNum type="arabicPeriod"/>
            </a:pPr>
            <a:r>
              <a:rPr lang="pt-BR"/>
              <a:t>Copie e cole no seu documento</a:t>
            </a:r>
          </a:p>
        </p:txBody>
      </p:sp>
      <p:sp>
        <p:nvSpPr>
          <p:cNvPr id="2" name="Espaço Reservado para Texto 4">
            <a:extLst>
              <a:ext uri="{FF2B5EF4-FFF2-40B4-BE49-F238E27FC236}">
                <a16:creationId xmlns:a16="http://schemas.microsoft.com/office/drawing/2014/main" id="{2C5BEB61-90B6-EA69-B286-78922C80457B}"/>
              </a:ext>
            </a:extLst>
          </p:cNvPr>
          <p:cNvSpPr txBox="1">
            <a:spLocks/>
          </p:cNvSpPr>
          <p:nvPr/>
        </p:nvSpPr>
        <p:spPr>
          <a:xfrm>
            <a:off x="722420" y="5202652"/>
            <a:ext cx="8993080" cy="102592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9525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9843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06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2388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33437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rgbClr val="F9F9F9"/>
                </a:solidFill>
                <a:latin typeface="PP Telegraf" pitchFamily="2" charset="77"/>
              </a:rPr>
              <a:t>Link de acesso ao </a:t>
            </a:r>
            <a:r>
              <a:rPr lang="pt-BR" sz="2000" dirty="0" err="1">
                <a:solidFill>
                  <a:srgbClr val="F9F9F9"/>
                </a:solidFill>
                <a:latin typeface="PP Telegraf" pitchFamily="2" charset="77"/>
              </a:rPr>
              <a:t>Streamline</a:t>
            </a:r>
            <a:r>
              <a:rPr lang="pt-BR" sz="2000" dirty="0">
                <a:solidFill>
                  <a:srgbClr val="F9F9F9"/>
                </a:solidFill>
                <a:latin typeface="PP Telegraf" pitchFamily="2" charset="77"/>
              </a:rPr>
              <a:t> (</a:t>
            </a:r>
            <a:r>
              <a:rPr lang="pt-BR" sz="2000" dirty="0" err="1">
                <a:solidFill>
                  <a:srgbClr val="F9F9F9"/>
                </a:solidFill>
                <a:latin typeface="PP Telegraf" pitchFamily="2" charset="77"/>
              </a:rPr>
              <a:t>icones</a:t>
            </a:r>
            <a:r>
              <a:rPr lang="pt-BR" sz="2000" dirty="0">
                <a:solidFill>
                  <a:srgbClr val="F9F9F9"/>
                </a:solidFill>
                <a:latin typeface="PP Telegraf" pitchFamily="2" charset="77"/>
              </a:rPr>
              <a:t> e ilustrações)</a:t>
            </a:r>
          </a:p>
          <a:p>
            <a:r>
              <a:rPr lang="pt-BR" dirty="0">
                <a:solidFill>
                  <a:srgbClr val="F9F9F9"/>
                </a:solidFill>
                <a:latin typeface="PP Telegraf" pitchFamily="2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https://www.streamlinehq.com/icons/</a:t>
            </a:r>
            <a:r>
              <a:rPr lang="pt-BR" dirty="0">
                <a:solidFill>
                  <a:srgbClr val="F9F9F9"/>
                </a:solidFill>
                <a:latin typeface="PP Telegraf" pitchFamily="2" charset="77"/>
              </a:rPr>
              <a:t> - </a:t>
            </a:r>
            <a:r>
              <a:rPr lang="pt-BR" b="1" dirty="0">
                <a:solidFill>
                  <a:srgbClr val="F9F9F9"/>
                </a:solidFill>
                <a:latin typeface="PP Telegraf" pitchFamily="2" charset="77"/>
              </a:rPr>
              <a:t>L</a:t>
            </a:r>
            <a:r>
              <a:rPr lang="pt-BR" b="1" i="0" dirty="0">
                <a:solidFill>
                  <a:srgbClr val="F9F9F9"/>
                </a:solidFill>
                <a:effectLst/>
                <a:latin typeface="PP Telegraf" pitchFamily="2" charset="77"/>
              </a:rPr>
              <a:t>ogin</a:t>
            </a:r>
            <a:r>
              <a:rPr lang="pt-BR" b="0" i="0" dirty="0">
                <a:solidFill>
                  <a:srgbClr val="F9F9F9"/>
                </a:solidFill>
                <a:effectLst/>
                <a:latin typeface="PP Telegraf" pitchFamily="2" charset="77"/>
              </a:rPr>
              <a:t>: </a:t>
            </a:r>
            <a:r>
              <a:rPr lang="pt-BR" b="0" i="0" dirty="0">
                <a:solidFill>
                  <a:srgbClr val="F9F9F9"/>
                </a:solidFill>
                <a:effectLst/>
                <a:latin typeface="PP Telegraf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elodesign@elogroup.com.br</a:t>
            </a:r>
            <a:r>
              <a:rPr lang="pt-BR" b="0" i="0" dirty="0">
                <a:solidFill>
                  <a:srgbClr val="F9F9F9"/>
                </a:solidFill>
                <a:effectLst/>
                <a:latin typeface="PP Telegraf" pitchFamily="2" charset="77"/>
              </a:rPr>
              <a:t> | </a:t>
            </a:r>
            <a:r>
              <a:rPr lang="pt-BR" b="1" i="0" dirty="0">
                <a:solidFill>
                  <a:srgbClr val="F9F9F9"/>
                </a:solidFill>
                <a:effectLst/>
                <a:latin typeface="PP Telegraf" pitchFamily="2" charset="77"/>
              </a:rPr>
              <a:t>Senha</a:t>
            </a:r>
            <a:r>
              <a:rPr lang="pt-BR" b="0" i="0" dirty="0">
                <a:solidFill>
                  <a:srgbClr val="F9F9F9"/>
                </a:solidFill>
                <a:effectLst/>
                <a:latin typeface="PP Telegraf" pitchFamily="2" charset="77"/>
              </a:rPr>
              <a:t>: EloTrends2525!</a:t>
            </a:r>
            <a:endParaRPr lang="pt-BR" dirty="0">
              <a:solidFill>
                <a:srgbClr val="F9F9F9"/>
              </a:solidFill>
              <a:latin typeface="PP Telegraf" pitchFamily="2" charset="77"/>
            </a:endParaRPr>
          </a:p>
          <a:p>
            <a:r>
              <a:rPr lang="pt-BR" b="1" dirty="0">
                <a:solidFill>
                  <a:srgbClr val="F9F9F9"/>
                </a:solidFill>
                <a:latin typeface="PP Telegraf" pitchFamily="2" charset="77"/>
              </a:rPr>
              <a:t>Email e senha confidencial</a:t>
            </a:r>
          </a:p>
        </p:txBody>
      </p:sp>
    </p:spTree>
    <p:extLst>
      <p:ext uri="{BB962C8B-B14F-4D97-AF65-F5344CB8AC3E}">
        <p14:creationId xmlns:p14="http://schemas.microsoft.com/office/powerpoint/2010/main" val="292971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C67E27-86A9-2728-FD18-209D03921E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pt-BR"/>
              <a:t>\</a:t>
            </a:r>
          </a:p>
          <a:p>
            <a:endParaRPr lang="pt-BR"/>
          </a:p>
        </p:txBody>
      </p:sp>
      <p:sp>
        <p:nvSpPr>
          <p:cNvPr id="4" name="Google Shape;1206;p186">
            <a:hlinkClick r:id="rId2" action="ppaction://hlinksldjump"/>
            <a:extLst>
              <a:ext uri="{FF2B5EF4-FFF2-40B4-BE49-F238E27FC236}">
                <a16:creationId xmlns:a16="http://schemas.microsoft.com/office/drawing/2014/main" id="{466F45FC-059D-CAC8-6C96-2EC19D47666D}"/>
              </a:ext>
            </a:extLst>
          </p:cNvPr>
          <p:cNvSpPr txBox="1">
            <a:spLocks/>
          </p:cNvSpPr>
          <p:nvPr/>
        </p:nvSpPr>
        <p:spPr>
          <a:xfrm>
            <a:off x="1563354" y="174432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rgbClr val="272727"/>
                </a:solidFill>
                <a:ea typeface="Open Sans SemiBold"/>
                <a:cs typeface="Open Sans SemiBold"/>
                <a:sym typeface="Open Sans SemiBold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 </a:t>
            </a:r>
            <a:r>
              <a:rPr lang="pt-BR" sz="1200" kern="0" err="1">
                <a:solidFill>
                  <a:srgbClr val="272727"/>
                </a:solidFill>
                <a:ea typeface="Open Sans SemiBold"/>
                <a:cs typeface="Open Sans SemiBold"/>
                <a:sym typeface="Open Sans SemiBold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</a:t>
            </a:r>
            <a:r>
              <a:rPr lang="pt-BR" sz="1200" kern="0">
                <a:solidFill>
                  <a:srgbClr val="272727"/>
                </a:solidFill>
                <a:ea typeface="Open Sans SemiBold"/>
                <a:cs typeface="Open Sans SemiBold"/>
                <a:sym typeface="Open Sans SemiBold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200" kern="0" err="1">
                <a:solidFill>
                  <a:srgbClr val="272727"/>
                </a:solidFill>
                <a:ea typeface="Open Sans SemiBold"/>
                <a:cs typeface="Open Sans SemiBold"/>
                <a:sym typeface="Open Sans SemiBold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Edition</a:t>
            </a:r>
            <a:endParaRPr lang="pt-BR" sz="4000" kern="0">
              <a:solidFill>
                <a:srgbClr val="272727"/>
              </a:solidFill>
              <a:ea typeface="Amiri"/>
              <a:cs typeface="Amiri"/>
              <a:sym typeface="Amiri"/>
            </a:endParaRPr>
          </a:p>
        </p:txBody>
      </p:sp>
      <p:sp>
        <p:nvSpPr>
          <p:cNvPr id="5" name="Espaço Reservado para Texto 10">
            <a:extLst>
              <a:ext uri="{FF2B5EF4-FFF2-40B4-BE49-F238E27FC236}">
                <a16:creationId xmlns:a16="http://schemas.microsoft.com/office/drawing/2014/main" id="{79A4A468-BD0D-812F-A4A0-633E8D988D13}"/>
              </a:ext>
            </a:extLst>
          </p:cNvPr>
          <p:cNvSpPr txBox="1">
            <a:spLocks/>
          </p:cNvSpPr>
          <p:nvPr/>
        </p:nvSpPr>
        <p:spPr>
          <a:xfrm>
            <a:off x="691049" y="418721"/>
            <a:ext cx="5292000" cy="246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9525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500" indent="-1190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1285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32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31875" indent="-1984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ÍCONES PACK GERAL</a:t>
            </a:r>
          </a:p>
        </p:txBody>
      </p:sp>
      <p:sp>
        <p:nvSpPr>
          <p:cNvPr id="6" name="Google Shape;1206;p186">
            <a:hlinkClick r:id="rId3" action="ppaction://hlinksldjump"/>
            <a:extLst>
              <a:ext uri="{FF2B5EF4-FFF2-40B4-BE49-F238E27FC236}">
                <a16:creationId xmlns:a16="http://schemas.microsoft.com/office/drawing/2014/main" id="{A1B2F8E3-4FFA-4632-10B8-6BB3A98C21AD}"/>
              </a:ext>
            </a:extLst>
          </p:cNvPr>
          <p:cNvSpPr txBox="1">
            <a:spLocks/>
          </p:cNvSpPr>
          <p:nvPr/>
        </p:nvSpPr>
        <p:spPr>
          <a:xfrm>
            <a:off x="1563354" y="210439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Status 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7" name="Google Shape;1206;p186">
            <a:hlinkClick r:id="rId5" action="ppaction://hlinksldjump"/>
            <a:extLst>
              <a:ext uri="{FF2B5EF4-FFF2-40B4-BE49-F238E27FC236}">
                <a16:creationId xmlns:a16="http://schemas.microsoft.com/office/drawing/2014/main" id="{7EF75A2D-0E42-D52F-C77E-96666BC7B7A4}"/>
              </a:ext>
            </a:extLst>
          </p:cNvPr>
          <p:cNvSpPr txBox="1">
            <a:spLocks/>
          </p:cNvSpPr>
          <p:nvPr/>
        </p:nvSpPr>
        <p:spPr>
          <a:xfrm>
            <a:off x="1563354" y="248987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Settings 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8" name="Google Shape;1206;p186">
            <a:hlinkClick r:id="rId6" action="ppaction://hlinksldjump"/>
            <a:extLst>
              <a:ext uri="{FF2B5EF4-FFF2-40B4-BE49-F238E27FC236}">
                <a16:creationId xmlns:a16="http://schemas.microsoft.com/office/drawing/2014/main" id="{AD10A68D-BE75-27F4-8AB9-07D4F27A4C06}"/>
              </a:ext>
            </a:extLst>
          </p:cNvPr>
          <p:cNvSpPr txBox="1">
            <a:spLocks/>
          </p:cNvSpPr>
          <p:nvPr/>
        </p:nvSpPr>
        <p:spPr>
          <a:xfrm>
            <a:off x="1563354" y="287536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Login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9" name="Google Shape;1206;p186">
            <a:hlinkClick r:id="rId7" action="ppaction://hlinksldjump"/>
            <a:extLst>
              <a:ext uri="{FF2B5EF4-FFF2-40B4-BE49-F238E27FC236}">
                <a16:creationId xmlns:a16="http://schemas.microsoft.com/office/drawing/2014/main" id="{51782038-246D-3F70-1F51-7A6990E4F761}"/>
              </a:ext>
            </a:extLst>
          </p:cNvPr>
          <p:cNvSpPr txBox="1">
            <a:spLocks/>
          </p:cNvSpPr>
          <p:nvPr/>
        </p:nvSpPr>
        <p:spPr>
          <a:xfrm>
            <a:off x="1563354" y="3260850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Time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0" name="Google Shape;1206;p186">
            <a:hlinkClick r:id="rId8" action="ppaction://hlinksldjump"/>
            <a:extLst>
              <a:ext uri="{FF2B5EF4-FFF2-40B4-BE49-F238E27FC236}">
                <a16:creationId xmlns:a16="http://schemas.microsoft.com/office/drawing/2014/main" id="{E02BF6D7-9D3E-363E-4923-95F2E9955F44}"/>
              </a:ext>
            </a:extLst>
          </p:cNvPr>
          <p:cNvSpPr txBox="1">
            <a:spLocks/>
          </p:cNvSpPr>
          <p:nvPr/>
        </p:nvSpPr>
        <p:spPr>
          <a:xfrm>
            <a:off x="1563354" y="364633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Emails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1" name="Google Shape;1206;p186">
            <a:hlinkClick r:id="rId9" action="ppaction://hlinksldjump"/>
            <a:extLst>
              <a:ext uri="{FF2B5EF4-FFF2-40B4-BE49-F238E27FC236}">
                <a16:creationId xmlns:a16="http://schemas.microsoft.com/office/drawing/2014/main" id="{73D4F249-4BE1-AC8C-7052-CB9B866C071D}"/>
              </a:ext>
            </a:extLst>
          </p:cNvPr>
          <p:cNvSpPr txBox="1">
            <a:spLocks/>
          </p:cNvSpPr>
          <p:nvPr/>
        </p:nvSpPr>
        <p:spPr>
          <a:xfrm>
            <a:off x="1563354" y="403182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Users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2" name="Google Shape;1206;p186">
            <a:hlinkClick r:id="rId10" action="ppaction://hlinksldjump"/>
            <a:extLst>
              <a:ext uri="{FF2B5EF4-FFF2-40B4-BE49-F238E27FC236}">
                <a16:creationId xmlns:a16="http://schemas.microsoft.com/office/drawing/2014/main" id="{487309BB-1834-6666-C2D9-9AE745CD0830}"/>
              </a:ext>
            </a:extLst>
          </p:cNvPr>
          <p:cNvSpPr txBox="1">
            <a:spLocks/>
          </p:cNvSpPr>
          <p:nvPr/>
        </p:nvSpPr>
        <p:spPr>
          <a:xfrm>
            <a:off x="1563354" y="4417308"/>
            <a:ext cx="2141747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Users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Actions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3" name="Google Shape;1206;p186">
            <a:hlinkClick r:id="rId11" action="ppaction://hlinksldjump"/>
            <a:extLst>
              <a:ext uri="{FF2B5EF4-FFF2-40B4-BE49-F238E27FC236}">
                <a16:creationId xmlns:a16="http://schemas.microsoft.com/office/drawing/2014/main" id="{31E3F195-FE08-EB8B-8530-BD400F54E4D5}"/>
              </a:ext>
            </a:extLst>
          </p:cNvPr>
          <p:cNvSpPr txBox="1">
            <a:spLocks/>
          </p:cNvSpPr>
          <p:nvPr/>
        </p:nvSpPr>
        <p:spPr>
          <a:xfrm>
            <a:off x="1563354" y="480279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Group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Actions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4" name="Google Shape;1206;p186">
            <a:hlinkClick r:id="rId12" action="ppaction://hlinksldjump"/>
            <a:extLst>
              <a:ext uri="{FF2B5EF4-FFF2-40B4-BE49-F238E27FC236}">
                <a16:creationId xmlns:a16="http://schemas.microsoft.com/office/drawing/2014/main" id="{F319DF79-E2DC-70B2-73BD-3CB13CC2E31D}"/>
              </a:ext>
            </a:extLst>
          </p:cNvPr>
          <p:cNvSpPr txBox="1">
            <a:spLocks/>
          </p:cNvSpPr>
          <p:nvPr/>
        </p:nvSpPr>
        <p:spPr>
          <a:xfrm>
            <a:off x="1563354" y="5188280"/>
            <a:ext cx="2240101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Messages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Chat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5" name="Google Shape;1206;p186">
            <a:hlinkClick r:id="rId13" action="ppaction://hlinksldjump"/>
            <a:extLst>
              <a:ext uri="{FF2B5EF4-FFF2-40B4-BE49-F238E27FC236}">
                <a16:creationId xmlns:a16="http://schemas.microsoft.com/office/drawing/2014/main" id="{3B8FD444-74D0-4EB3-7CCF-651D08A0C1A6}"/>
              </a:ext>
            </a:extLst>
          </p:cNvPr>
          <p:cNvSpPr txBox="1">
            <a:spLocks/>
          </p:cNvSpPr>
          <p:nvPr/>
        </p:nvSpPr>
        <p:spPr>
          <a:xfrm>
            <a:off x="4299630" y="176757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People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6" name="Google Shape;1206;p186">
            <a:hlinkClick r:id="rId14" action="ppaction://hlinksldjump"/>
            <a:extLst>
              <a:ext uri="{FF2B5EF4-FFF2-40B4-BE49-F238E27FC236}">
                <a16:creationId xmlns:a16="http://schemas.microsoft.com/office/drawing/2014/main" id="{F60BE454-D826-698C-BC6F-6A260CF5BA24}"/>
              </a:ext>
            </a:extLst>
          </p:cNvPr>
          <p:cNvSpPr txBox="1">
            <a:spLocks/>
          </p:cNvSpPr>
          <p:nvPr/>
        </p:nvSpPr>
        <p:spPr>
          <a:xfrm>
            <a:off x="4299630" y="212763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Jobs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7" name="Google Shape;1206;p186">
            <a:hlinkClick r:id="rId15" action="ppaction://hlinksldjump"/>
            <a:extLst>
              <a:ext uri="{FF2B5EF4-FFF2-40B4-BE49-F238E27FC236}">
                <a16:creationId xmlns:a16="http://schemas.microsoft.com/office/drawing/2014/main" id="{D82F6974-FFD1-48FB-D22C-E889491C88B5}"/>
              </a:ext>
            </a:extLst>
          </p:cNvPr>
          <p:cNvSpPr txBox="1">
            <a:spLocks/>
          </p:cNvSpPr>
          <p:nvPr/>
        </p:nvSpPr>
        <p:spPr>
          <a:xfrm>
            <a:off x="4299630" y="251312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Computer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18" name="Google Shape;1206;p186">
            <a:hlinkClick r:id="rId16" action="ppaction://hlinksldjump"/>
            <a:extLst>
              <a:ext uri="{FF2B5EF4-FFF2-40B4-BE49-F238E27FC236}">
                <a16:creationId xmlns:a16="http://schemas.microsoft.com/office/drawing/2014/main" id="{ABF62233-3A76-85F5-8A69-7AF487E50D48}"/>
              </a:ext>
            </a:extLst>
          </p:cNvPr>
          <p:cNvSpPr txBox="1">
            <a:spLocks/>
          </p:cNvSpPr>
          <p:nvPr/>
        </p:nvSpPr>
        <p:spPr>
          <a:xfrm>
            <a:off x="4299630" y="2898608"/>
            <a:ext cx="1936947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Computer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Peripherals</a:t>
            </a:r>
            <a:endParaRPr lang="pt-BR" sz="1200" kern="0">
              <a:solidFill>
                <a:schemeClr val="tx1"/>
              </a:solidFill>
              <a:latin typeface="Arial" panose="020B0604020202020204" pitchFamily="34" charset="0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9" name="Google Shape;1206;p186">
            <a:hlinkClick r:id="rId17" action="ppaction://hlinksldjump"/>
            <a:extLst>
              <a:ext uri="{FF2B5EF4-FFF2-40B4-BE49-F238E27FC236}">
                <a16:creationId xmlns:a16="http://schemas.microsoft.com/office/drawing/2014/main" id="{872799C0-D356-4A70-683B-9C14A59C21DF}"/>
              </a:ext>
            </a:extLst>
          </p:cNvPr>
          <p:cNvSpPr txBox="1">
            <a:spLocks/>
          </p:cNvSpPr>
          <p:nvPr/>
        </p:nvSpPr>
        <p:spPr>
          <a:xfrm>
            <a:off x="4299630" y="3284094"/>
            <a:ext cx="2089138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Hardy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Drive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Memory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0" name="Google Shape;1206;p186">
            <a:hlinkClick r:id="rId18" action="ppaction://hlinksldjump"/>
            <a:extLst>
              <a:ext uri="{FF2B5EF4-FFF2-40B4-BE49-F238E27FC236}">
                <a16:creationId xmlns:a16="http://schemas.microsoft.com/office/drawing/2014/main" id="{965199EE-61DB-AC12-1447-9E47A586B882}"/>
              </a:ext>
            </a:extLst>
          </p:cNvPr>
          <p:cNvSpPr txBox="1">
            <a:spLocks/>
          </p:cNvSpPr>
          <p:nvPr/>
        </p:nvSpPr>
        <p:spPr>
          <a:xfrm>
            <a:off x="4299630" y="3669580"/>
            <a:ext cx="2247632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Phone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1" name="Google Shape;1206;p186">
            <a:hlinkClick r:id="rId19" action="ppaction://hlinksldjump"/>
            <a:extLst>
              <a:ext uri="{FF2B5EF4-FFF2-40B4-BE49-F238E27FC236}">
                <a16:creationId xmlns:a16="http://schemas.microsoft.com/office/drawing/2014/main" id="{4B2202F3-27EA-3EE4-6E85-8CC0E7426442}"/>
              </a:ext>
            </a:extLst>
          </p:cNvPr>
          <p:cNvSpPr txBox="1">
            <a:spLocks/>
          </p:cNvSpPr>
          <p:nvPr/>
        </p:nvSpPr>
        <p:spPr>
          <a:xfrm>
            <a:off x="4299630" y="4108894"/>
            <a:ext cx="2736276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Mobile Phone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2" name="Google Shape;1206;p186">
            <a:hlinkClick r:id="rId20" action="ppaction://hlinksldjump"/>
            <a:extLst>
              <a:ext uri="{FF2B5EF4-FFF2-40B4-BE49-F238E27FC236}">
                <a16:creationId xmlns:a16="http://schemas.microsoft.com/office/drawing/2014/main" id="{492D1DAE-E720-0122-7FBC-D8180BB837DE}"/>
              </a:ext>
            </a:extLst>
          </p:cNvPr>
          <p:cNvSpPr txBox="1">
            <a:spLocks/>
          </p:cNvSpPr>
          <p:nvPr/>
        </p:nvSpPr>
        <p:spPr>
          <a:xfrm>
            <a:off x="4307892" y="451389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Tablet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3" name="Google Shape;1206;p186">
            <a:extLst>
              <a:ext uri="{FF2B5EF4-FFF2-40B4-BE49-F238E27FC236}">
                <a16:creationId xmlns:a16="http://schemas.microsoft.com/office/drawing/2014/main" id="{E492B08F-9CCB-4EFF-5B7C-4C3581172CF9}"/>
              </a:ext>
            </a:extLst>
          </p:cNvPr>
          <p:cNvSpPr txBox="1">
            <a:spLocks/>
          </p:cNvSpPr>
          <p:nvPr/>
        </p:nvSpPr>
        <p:spPr>
          <a:xfrm>
            <a:off x="4299630" y="482603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Smart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Devices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4" name="Google Shape;1206;p186">
            <a:hlinkClick r:id="rId22" action="ppaction://hlinksldjump"/>
            <a:extLst>
              <a:ext uri="{FF2B5EF4-FFF2-40B4-BE49-F238E27FC236}">
                <a16:creationId xmlns:a16="http://schemas.microsoft.com/office/drawing/2014/main" id="{51D8AC2D-ADDC-63B9-DF7B-0B8845E394E6}"/>
              </a:ext>
            </a:extLst>
          </p:cNvPr>
          <p:cNvSpPr txBox="1">
            <a:spLocks/>
          </p:cNvSpPr>
          <p:nvPr/>
        </p:nvSpPr>
        <p:spPr>
          <a:xfrm>
            <a:off x="4299630" y="521152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Video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Meeting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5" name="Google Shape;1206;p186">
            <a:hlinkClick r:id="rId23" action="ppaction://hlinksldjump"/>
            <a:extLst>
              <a:ext uri="{FF2B5EF4-FFF2-40B4-BE49-F238E27FC236}">
                <a16:creationId xmlns:a16="http://schemas.microsoft.com/office/drawing/2014/main" id="{921AB887-C8FD-A32A-7A33-EA41913A4564}"/>
              </a:ext>
            </a:extLst>
          </p:cNvPr>
          <p:cNvSpPr txBox="1">
            <a:spLocks/>
          </p:cNvSpPr>
          <p:nvPr/>
        </p:nvSpPr>
        <p:spPr>
          <a:xfrm>
            <a:off x="7035906" y="1767572"/>
            <a:ext cx="2314571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Navigations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6" name="Google Shape;1206;p186">
            <a:hlinkClick r:id="rId24" action="ppaction://hlinksldjump"/>
            <a:extLst>
              <a:ext uri="{FF2B5EF4-FFF2-40B4-BE49-F238E27FC236}">
                <a16:creationId xmlns:a16="http://schemas.microsoft.com/office/drawing/2014/main" id="{93309D3C-488C-2476-BCBD-545948F20B96}"/>
              </a:ext>
            </a:extLst>
          </p:cNvPr>
          <p:cNvSpPr txBox="1">
            <a:spLocks/>
          </p:cNvSpPr>
          <p:nvPr/>
        </p:nvSpPr>
        <p:spPr>
          <a:xfrm>
            <a:off x="7035906" y="212763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Content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7" name="Google Shape;1206;p186">
            <a:hlinkClick r:id="rId25" action="ppaction://hlinksldjump"/>
            <a:extLst>
              <a:ext uri="{FF2B5EF4-FFF2-40B4-BE49-F238E27FC236}">
                <a16:creationId xmlns:a16="http://schemas.microsoft.com/office/drawing/2014/main" id="{A8035C9E-002E-70A1-B3DB-0837DAD19194}"/>
              </a:ext>
            </a:extLst>
          </p:cNvPr>
          <p:cNvSpPr txBox="1">
            <a:spLocks/>
          </p:cNvSpPr>
          <p:nvPr/>
        </p:nvSpPr>
        <p:spPr>
          <a:xfrm>
            <a:off x="7035906" y="251312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Vote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Rewards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8" name="Google Shape;1206;p186">
            <a:hlinkClick r:id="rId26" action="ppaction://hlinksldjump"/>
            <a:extLst>
              <a:ext uri="{FF2B5EF4-FFF2-40B4-BE49-F238E27FC236}">
                <a16:creationId xmlns:a16="http://schemas.microsoft.com/office/drawing/2014/main" id="{6F82E020-D06F-0472-D540-EF4BF236DC7D}"/>
              </a:ext>
            </a:extLst>
          </p:cNvPr>
          <p:cNvSpPr txBox="1">
            <a:spLocks/>
          </p:cNvSpPr>
          <p:nvPr/>
        </p:nvSpPr>
        <p:spPr>
          <a:xfrm>
            <a:off x="7035906" y="289860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Locks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29" name="Google Shape;1206;p186">
            <a:hlinkClick r:id="rId27" action="ppaction://hlinksldjump"/>
            <a:extLst>
              <a:ext uri="{FF2B5EF4-FFF2-40B4-BE49-F238E27FC236}">
                <a16:creationId xmlns:a16="http://schemas.microsoft.com/office/drawing/2014/main" id="{E4F5803F-3370-E586-1F68-19DED79D88DD}"/>
              </a:ext>
            </a:extLst>
          </p:cNvPr>
          <p:cNvSpPr txBox="1">
            <a:spLocks/>
          </p:cNvSpPr>
          <p:nvPr/>
        </p:nvSpPr>
        <p:spPr>
          <a:xfrm>
            <a:off x="7035906" y="328409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Share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0" name="Google Shape;1206;p186">
            <a:hlinkClick r:id="rId28" action="ppaction://hlinksldjump"/>
            <a:extLst>
              <a:ext uri="{FF2B5EF4-FFF2-40B4-BE49-F238E27FC236}">
                <a16:creationId xmlns:a16="http://schemas.microsoft.com/office/drawing/2014/main" id="{108207BB-AC16-AD98-856B-2FDAA3BE394A}"/>
              </a:ext>
            </a:extLst>
          </p:cNvPr>
          <p:cNvSpPr txBox="1">
            <a:spLocks/>
          </p:cNvSpPr>
          <p:nvPr/>
        </p:nvSpPr>
        <p:spPr>
          <a:xfrm>
            <a:off x="7059970" y="3669580"/>
            <a:ext cx="2516766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26.Interface Feedback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1" name="Google Shape;1206;p186">
            <a:hlinkClick r:id="rId29" action="ppaction://hlinksldjump"/>
            <a:extLst>
              <a:ext uri="{FF2B5EF4-FFF2-40B4-BE49-F238E27FC236}">
                <a16:creationId xmlns:a16="http://schemas.microsoft.com/office/drawing/2014/main" id="{E02B9C21-D7BA-BC41-23FC-8E7E3B7971F0}"/>
              </a:ext>
            </a:extLst>
          </p:cNvPr>
          <p:cNvSpPr txBox="1">
            <a:spLocks/>
          </p:cNvSpPr>
          <p:nvPr/>
        </p:nvSpPr>
        <p:spPr>
          <a:xfrm>
            <a:off x="7035906" y="405506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Data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Transfer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2" name="Google Shape;1206;p186">
            <a:hlinkClick r:id="rId30" action="ppaction://hlinksldjump"/>
            <a:extLst>
              <a:ext uri="{FF2B5EF4-FFF2-40B4-BE49-F238E27FC236}">
                <a16:creationId xmlns:a16="http://schemas.microsoft.com/office/drawing/2014/main" id="{D6A9EBA0-E56E-335E-7080-FF4EC80DD7D6}"/>
              </a:ext>
            </a:extLst>
          </p:cNvPr>
          <p:cNvSpPr txBox="1">
            <a:spLocks/>
          </p:cNvSpPr>
          <p:nvPr/>
        </p:nvSpPr>
        <p:spPr>
          <a:xfrm>
            <a:off x="7035906" y="444055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28.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Cloud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3" name="Google Shape;1206;p186">
            <a:hlinkClick r:id="rId31" action="ppaction://hlinksldjump"/>
            <a:extLst>
              <a:ext uri="{FF2B5EF4-FFF2-40B4-BE49-F238E27FC236}">
                <a16:creationId xmlns:a16="http://schemas.microsoft.com/office/drawing/2014/main" id="{8B0AC5C8-F153-C414-6C91-35A3F5106FE2}"/>
              </a:ext>
            </a:extLst>
          </p:cNvPr>
          <p:cNvSpPr txBox="1">
            <a:spLocks/>
          </p:cNvSpPr>
          <p:nvPr/>
        </p:nvSpPr>
        <p:spPr>
          <a:xfrm>
            <a:off x="7035906" y="482603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Synchronize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4" name="Google Shape;1206;p186">
            <a:hlinkClick r:id="rId32" action="ppaction://hlinksldjump"/>
            <a:extLst>
              <a:ext uri="{FF2B5EF4-FFF2-40B4-BE49-F238E27FC236}">
                <a16:creationId xmlns:a16="http://schemas.microsoft.com/office/drawing/2014/main" id="{47CAD14C-035D-2B90-83A4-36CD62F5D955}"/>
              </a:ext>
            </a:extLst>
          </p:cNvPr>
          <p:cNvSpPr txBox="1">
            <a:spLocks/>
          </p:cNvSpPr>
          <p:nvPr/>
        </p:nvSpPr>
        <p:spPr>
          <a:xfrm>
            <a:off x="7035906" y="521152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30.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Server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5" name="Google Shape;1206;p186">
            <a:hlinkClick r:id="rId33" action="ppaction://hlinksldjump"/>
            <a:extLst>
              <a:ext uri="{FF2B5EF4-FFF2-40B4-BE49-F238E27FC236}">
                <a16:creationId xmlns:a16="http://schemas.microsoft.com/office/drawing/2014/main" id="{C8BEF2FE-1FEB-A5E2-2425-BA8554991B79}"/>
              </a:ext>
            </a:extLst>
          </p:cNvPr>
          <p:cNvSpPr txBox="1">
            <a:spLocks/>
          </p:cNvSpPr>
          <p:nvPr/>
        </p:nvSpPr>
        <p:spPr>
          <a:xfrm>
            <a:off x="9735230" y="176757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31.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Database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6" name="Google Shape;1206;p186">
            <a:hlinkClick r:id="rId34" action="ppaction://hlinksldjump"/>
            <a:extLst>
              <a:ext uri="{FF2B5EF4-FFF2-40B4-BE49-F238E27FC236}">
                <a16:creationId xmlns:a16="http://schemas.microsoft.com/office/drawing/2014/main" id="{5C77F99A-42EF-B8F5-09C7-B306A72B9F5A}"/>
              </a:ext>
            </a:extLst>
          </p:cNvPr>
          <p:cNvSpPr txBox="1">
            <a:spLocks/>
          </p:cNvSpPr>
          <p:nvPr/>
        </p:nvSpPr>
        <p:spPr>
          <a:xfrm>
            <a:off x="9735230" y="212763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Remove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Add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7" name="Google Shape;1206;p186">
            <a:hlinkClick r:id="rId35" action="ppaction://hlinksldjump"/>
            <a:extLst>
              <a:ext uri="{FF2B5EF4-FFF2-40B4-BE49-F238E27FC236}">
                <a16:creationId xmlns:a16="http://schemas.microsoft.com/office/drawing/2014/main" id="{D881B6C8-2B4D-A7F3-1D9C-BA1E73FE72C6}"/>
              </a:ext>
            </a:extLst>
          </p:cNvPr>
          <p:cNvSpPr txBox="1">
            <a:spLocks/>
          </p:cNvSpPr>
          <p:nvPr/>
        </p:nvSpPr>
        <p:spPr>
          <a:xfrm>
            <a:off x="9735230" y="2513122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33.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Resize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 Move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8" name="Google Shape;1206;p186">
            <a:hlinkClick r:id="rId36" action="ppaction://hlinksldjump"/>
            <a:extLst>
              <a:ext uri="{FF2B5EF4-FFF2-40B4-BE49-F238E27FC236}">
                <a16:creationId xmlns:a16="http://schemas.microsoft.com/office/drawing/2014/main" id="{515CCF22-DEE8-6D5A-E13D-D30AEE8288E7}"/>
              </a:ext>
            </a:extLst>
          </p:cNvPr>
          <p:cNvSpPr txBox="1">
            <a:spLocks/>
          </p:cNvSpPr>
          <p:nvPr/>
        </p:nvSpPr>
        <p:spPr>
          <a:xfrm>
            <a:off x="9735230" y="2898608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34.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Control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39" name="Google Shape;1206;p186">
            <a:hlinkClick r:id="rId37" action="ppaction://hlinksldjump"/>
            <a:extLst>
              <a:ext uri="{FF2B5EF4-FFF2-40B4-BE49-F238E27FC236}">
                <a16:creationId xmlns:a16="http://schemas.microsoft.com/office/drawing/2014/main" id="{BFFB1D47-D09E-B402-26C1-2423C18416AD}"/>
              </a:ext>
            </a:extLst>
          </p:cNvPr>
          <p:cNvSpPr txBox="1">
            <a:spLocks/>
          </p:cNvSpPr>
          <p:nvPr/>
        </p:nvSpPr>
        <p:spPr>
          <a:xfrm>
            <a:off x="9735230" y="338802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35.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Bookmark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0" name="Google Shape;1206;p186">
            <a:hlinkClick r:id="rId38" action="ppaction://hlinksldjump"/>
            <a:extLst>
              <a:ext uri="{FF2B5EF4-FFF2-40B4-BE49-F238E27FC236}">
                <a16:creationId xmlns:a16="http://schemas.microsoft.com/office/drawing/2014/main" id="{63A3E1FC-B048-D519-19FE-042F40E65DC9}"/>
              </a:ext>
            </a:extLst>
          </p:cNvPr>
          <p:cNvSpPr txBox="1">
            <a:spLocks/>
          </p:cNvSpPr>
          <p:nvPr/>
        </p:nvSpPr>
        <p:spPr>
          <a:xfrm>
            <a:off x="9735230" y="3607646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36.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Favorite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1" name="Google Shape;1206;p186">
            <a:hlinkClick r:id="rId39" action="ppaction://hlinksldjump"/>
            <a:extLst>
              <a:ext uri="{FF2B5EF4-FFF2-40B4-BE49-F238E27FC236}">
                <a16:creationId xmlns:a16="http://schemas.microsoft.com/office/drawing/2014/main" id="{D82BBD51-35CD-70E4-9F62-0B51030B868C}"/>
              </a:ext>
            </a:extLst>
          </p:cNvPr>
          <p:cNvSpPr txBox="1">
            <a:spLocks/>
          </p:cNvSpPr>
          <p:nvPr/>
        </p:nvSpPr>
        <p:spPr>
          <a:xfrm>
            <a:off x="9735230" y="4055066"/>
            <a:ext cx="2151970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37.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Organization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2" name="Google Shape;1206;p186">
            <a:hlinkClick r:id="rId40" action="ppaction://hlinksldjump"/>
            <a:extLst>
              <a:ext uri="{FF2B5EF4-FFF2-40B4-BE49-F238E27FC236}">
                <a16:creationId xmlns:a16="http://schemas.microsoft.com/office/drawing/2014/main" id="{4B13809C-149E-B828-186C-449B99603C7F}"/>
              </a:ext>
            </a:extLst>
          </p:cNvPr>
          <p:cNvSpPr txBox="1">
            <a:spLocks/>
          </p:cNvSpPr>
          <p:nvPr/>
        </p:nvSpPr>
        <p:spPr>
          <a:xfrm>
            <a:off x="9735230" y="4440552"/>
            <a:ext cx="2269957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38.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Design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3" name="Google Shape;1206;p186">
            <a:hlinkClick r:id="rId41" action="ppaction://hlinksldjump"/>
            <a:extLst>
              <a:ext uri="{FF2B5EF4-FFF2-40B4-BE49-F238E27FC236}">
                <a16:creationId xmlns:a16="http://schemas.microsoft.com/office/drawing/2014/main" id="{E5B1BFE7-8F35-DD39-D045-66E6A1F6BFD4}"/>
              </a:ext>
            </a:extLst>
          </p:cNvPr>
          <p:cNvSpPr txBox="1">
            <a:spLocks/>
          </p:cNvSpPr>
          <p:nvPr/>
        </p:nvSpPr>
        <p:spPr>
          <a:xfrm>
            <a:off x="9735230" y="4826038"/>
            <a:ext cx="2151970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39.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Design </a:t>
            </a:r>
            <a:r>
              <a:rPr lang="pt-BR" sz="1200" kern="0" err="1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Actions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4" name="Google Shape;1206;p186">
            <a:hlinkClick r:id="rId42" action="ppaction://hlinksldjump"/>
            <a:extLst>
              <a:ext uri="{FF2B5EF4-FFF2-40B4-BE49-F238E27FC236}">
                <a16:creationId xmlns:a16="http://schemas.microsoft.com/office/drawing/2014/main" id="{EC7D7A1E-DF52-868B-F178-0816BB6295D5}"/>
              </a:ext>
            </a:extLst>
          </p:cNvPr>
          <p:cNvSpPr txBox="1">
            <a:spLocks/>
          </p:cNvSpPr>
          <p:nvPr/>
        </p:nvSpPr>
        <p:spPr>
          <a:xfrm>
            <a:off x="9735230" y="5211524"/>
            <a:ext cx="1655795" cy="512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Telegraf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  <a:spcBef>
                <a:spcPts val="0"/>
              </a:spcBef>
              <a:buClr>
                <a:srgbClr val="000000"/>
              </a:buClr>
              <a:buFont typeface="Arial"/>
              <a:buNone/>
              <a:defRPr/>
            </a:pP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40. </a:t>
            </a:r>
            <a:r>
              <a:rPr lang="pt-BR" sz="1200" kern="0">
                <a:solidFill>
                  <a:schemeClr val="tx1"/>
                </a:solidFill>
                <a:latin typeface="Arial" panose="020B0604020202020204" pitchFamily="34" charset="0"/>
                <a:ea typeface="Open Sans SemiBold"/>
                <a:cs typeface="Open Sans SemiBold"/>
                <a:sym typeface="Open Sans SemiBold"/>
              </a:rPr>
              <a:t>Office</a:t>
            </a:r>
            <a:endParaRPr lang="pt-BR" sz="4000" kern="0">
              <a:solidFill>
                <a:schemeClr val="tx1"/>
              </a:solidFill>
              <a:latin typeface="Arial" panose="020B0604020202020204" pitchFamily="34" charset="0"/>
              <a:ea typeface="Amiri"/>
              <a:cs typeface="Amiri"/>
              <a:sym typeface="Amiri"/>
            </a:endParaRPr>
          </a:p>
        </p:txBody>
      </p:sp>
      <p:sp>
        <p:nvSpPr>
          <p:cNvPr id="45" name="Título 3">
            <a:extLst>
              <a:ext uri="{FF2B5EF4-FFF2-40B4-BE49-F238E27FC236}">
                <a16:creationId xmlns:a16="http://schemas.microsoft.com/office/drawing/2014/main" id="{C462DD27-C600-71D9-2119-F52D8B6E84BA}"/>
              </a:ext>
            </a:extLst>
          </p:cNvPr>
          <p:cNvSpPr txBox="1">
            <a:spLocks/>
          </p:cNvSpPr>
          <p:nvPr/>
        </p:nvSpPr>
        <p:spPr>
          <a:xfrm>
            <a:off x="691049" y="774775"/>
            <a:ext cx="1801780" cy="5126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pt-BR" sz="3600" dirty="0">
                <a:solidFill>
                  <a:schemeClr val="tx1"/>
                </a:solidFill>
              </a:rPr>
              <a:t>Temas</a:t>
            </a:r>
          </a:p>
        </p:txBody>
      </p:sp>
    </p:spTree>
    <p:extLst>
      <p:ext uri="{BB962C8B-B14F-4D97-AF65-F5344CB8AC3E}">
        <p14:creationId xmlns:p14="http://schemas.microsoft.com/office/powerpoint/2010/main" val="415003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5A3157-1833-D20E-83D8-BE40254E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36773"/>
            <a:ext cx="8964613" cy="535531"/>
          </a:xfrm>
        </p:spPr>
        <p:txBody>
          <a:bodyPr/>
          <a:lstStyle/>
          <a:p>
            <a:r>
              <a:rPr lang="pt-BR" err="1">
                <a:solidFill>
                  <a:schemeClr val="tx1"/>
                </a:solidFill>
              </a:rPr>
              <a:t>Content</a:t>
            </a:r>
            <a:r>
              <a:rPr lang="pt-BR">
                <a:solidFill>
                  <a:schemeClr val="tx1"/>
                </a:solidFill>
              </a:rPr>
              <a:t> </a:t>
            </a:r>
            <a:r>
              <a:rPr lang="pt-BR" err="1">
                <a:solidFill>
                  <a:schemeClr val="tx1"/>
                </a:solidFill>
              </a:rPr>
              <a:t>Edition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2C94CD7-ACF4-79C2-9148-E497EE33E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020" y="418721"/>
            <a:ext cx="5292000" cy="246221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9EB3C95-29D9-F8C5-C9E9-EFE31118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5734" y="447241"/>
            <a:ext cx="501120" cy="176974"/>
          </a:xfrm>
        </p:spPr>
        <p:txBody>
          <a:bodyPr/>
          <a:lstStyle/>
          <a:p>
            <a:endParaRPr lang="en-US"/>
          </a:p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813AAA6E-71E6-8018-5D8B-BCC6EEA3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768" y="1948497"/>
            <a:ext cx="283699" cy="283699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8DDC906-1FBB-8410-4814-AF65AB513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77" y="2638710"/>
            <a:ext cx="297346" cy="297346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34148F09-61B0-5051-76A6-0056FD27A2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345" y="3380868"/>
            <a:ext cx="283699" cy="28369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D3AF41-40FA-EE25-0031-455518DD8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345" y="4026961"/>
            <a:ext cx="283699" cy="283699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1405D6C8-4772-25F6-50E1-E9E51F997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993" y="4726238"/>
            <a:ext cx="297346" cy="297346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DB4449C9-1E21-5888-1B51-1D115A099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26" y="5391042"/>
            <a:ext cx="332549" cy="332549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582D5AA9-3148-B0A6-9D42-3180C812F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8538" y="1917210"/>
            <a:ext cx="291876" cy="291876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0625EE18-309C-B423-2DCE-57FC3422E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0717" y="2576135"/>
            <a:ext cx="274713" cy="274713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40B02A2F-C2FF-949C-AE2C-C78C0D944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2307" y="3289490"/>
            <a:ext cx="291876" cy="291876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30897044-661C-B46D-CA9B-01B6FD0B2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10813" y="3957699"/>
            <a:ext cx="283699" cy="283699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79228F3-9C17-5B1A-B21C-743386162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25547" y="4713444"/>
            <a:ext cx="283699" cy="283699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B505D806-ACFC-0100-3E68-4A27DA972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42551" y="5425887"/>
            <a:ext cx="283699" cy="283699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80589253-F364-814F-9878-B497AA5FA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95928" y="1973491"/>
            <a:ext cx="291876" cy="291876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85ECE604-7806-65C0-4CCD-3AA090440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03330" y="2609102"/>
            <a:ext cx="291876" cy="291876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7C6011A2-5DF5-C405-C562-709471E82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03330" y="3276292"/>
            <a:ext cx="283699" cy="283699"/>
          </a:xfrm>
          <a:prstGeom prst="rect">
            <a:avLst/>
          </a:prstGeom>
        </p:spPr>
      </p:pic>
      <p:pic>
        <p:nvPicPr>
          <p:cNvPr id="50" name="Gráfico 49">
            <a:extLst>
              <a:ext uri="{FF2B5EF4-FFF2-40B4-BE49-F238E27FC236}">
                <a16:creationId xmlns:a16="http://schemas.microsoft.com/office/drawing/2014/main" id="{2CC7E8A4-04C0-AFD6-5BBF-63786FB2B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7932" y="3962586"/>
            <a:ext cx="291876" cy="291876"/>
          </a:xfrm>
          <a:prstGeom prst="rect">
            <a:avLst/>
          </a:prstGeom>
        </p:spPr>
      </p:pic>
      <p:pic>
        <p:nvPicPr>
          <p:cNvPr id="52" name="Gráfico 51">
            <a:extLst>
              <a:ext uri="{FF2B5EF4-FFF2-40B4-BE49-F238E27FC236}">
                <a16:creationId xmlns:a16="http://schemas.microsoft.com/office/drawing/2014/main" id="{C5C20142-4F41-A453-0A91-27D5C7F181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87932" y="4705420"/>
            <a:ext cx="291876" cy="29187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9C33019-E9C8-1BBC-3A34-4578A97DE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39466" y="5365283"/>
            <a:ext cx="291876" cy="29187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5BE7E46-FC93-C043-4D7C-AFCF583A2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30772" y="1948497"/>
            <a:ext cx="283699" cy="28369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0394536B-8D6C-E957-9B98-34788CED13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1977" y="2644830"/>
            <a:ext cx="319291" cy="31929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722FC78D-38A5-DD1C-433A-118639538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590564" y="3281210"/>
            <a:ext cx="297346" cy="297346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E596338-A793-A276-FCC7-AA3914B73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37483" y="3955541"/>
            <a:ext cx="351170" cy="35117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2D7BEAE3-C2CA-96E3-1714-D9C264CF2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537483" y="4669902"/>
            <a:ext cx="351170" cy="35117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19E04BA3-1D14-E493-517F-173A4F6AC5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86555" y="5373699"/>
            <a:ext cx="332549" cy="332549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6FE9B029-91C6-724B-5DE3-62536DE7D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57899" y="1885546"/>
            <a:ext cx="332549" cy="332549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13C9C00-3693-6B9A-6494-0E87C919F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11303" y="2650243"/>
            <a:ext cx="288637" cy="28863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54E994FD-9C5C-3C80-61B9-B8CFB2506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06764" y="3296028"/>
            <a:ext cx="297346" cy="297346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1A492AA7-E001-FF2D-D888-133460745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11828" y="3989243"/>
            <a:ext cx="318150" cy="31815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A5EDD85C-200B-3B0F-4691-5668ABB89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85447" y="4676399"/>
            <a:ext cx="320896" cy="320896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9D4AFFC1-A871-7F80-E477-C44212587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774901" y="5435950"/>
            <a:ext cx="332549" cy="332549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BE3EE0F9-F453-37EB-D7EA-2D6518751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27692" y="1901267"/>
            <a:ext cx="332549" cy="332549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2008F969-B88E-D0A4-5353-C0C2DC09E6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986788" y="2620626"/>
            <a:ext cx="351170" cy="351170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574BDD41-D183-8452-D442-862651023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000289" y="3292718"/>
            <a:ext cx="351170" cy="351170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E81C4A35-6DAD-84C4-167C-19A5FD7571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86788" y="4027663"/>
            <a:ext cx="351170" cy="35117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CFE7D216-EEDA-C60A-3740-D5E8C769B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027692" y="4703353"/>
            <a:ext cx="320896" cy="320896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C1974901-F860-E664-597D-69306049D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81332" y="5384829"/>
            <a:ext cx="332549" cy="332549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6897C7D0-E643-769E-088A-1B0131E687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339158" y="1902887"/>
            <a:ext cx="366797" cy="366797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6BE77612-D969-97B3-167D-C6DCD9460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331199" y="2633032"/>
            <a:ext cx="332549" cy="332549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E382BEF0-9CD3-9C22-9AA2-87A2696D5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31200" y="3397590"/>
            <a:ext cx="372588" cy="372588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42CFFA90-5C29-187F-03F4-A174D380B8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336749" y="3954638"/>
            <a:ext cx="351171" cy="351171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11E8A0C6-697E-8490-CD9F-0F3C8B09E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351885" y="4678808"/>
            <a:ext cx="320897" cy="320897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081869BD-319C-D521-4D3D-AB63DDF27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333881" y="5330242"/>
            <a:ext cx="414316" cy="414316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9FBE82CB-839B-4067-FBEE-A23A57040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702661" y="1893346"/>
            <a:ext cx="308547" cy="308547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7F0B32EA-D0F0-B1FB-D243-902D75E3D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665446" y="2623148"/>
            <a:ext cx="351171" cy="351171"/>
          </a:xfrm>
          <a:prstGeom prst="rect">
            <a:avLst/>
          </a:prstGeom>
        </p:spPr>
      </p:pic>
      <p:pic>
        <p:nvPicPr>
          <p:cNvPr id="97" name="Gráfico 96">
            <a:extLst>
              <a:ext uri="{FF2B5EF4-FFF2-40B4-BE49-F238E27FC236}">
                <a16:creationId xmlns:a16="http://schemas.microsoft.com/office/drawing/2014/main" id="{A6537874-CFDE-914B-9A64-CF2DC3DA5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12719" y="3290256"/>
            <a:ext cx="300429" cy="300429"/>
          </a:xfrm>
          <a:prstGeom prst="rect">
            <a:avLst/>
          </a:prstGeom>
        </p:spPr>
      </p:pic>
      <p:pic>
        <p:nvPicPr>
          <p:cNvPr id="99" name="Gráfico 98">
            <a:extLst>
              <a:ext uri="{FF2B5EF4-FFF2-40B4-BE49-F238E27FC236}">
                <a16:creationId xmlns:a16="http://schemas.microsoft.com/office/drawing/2014/main" id="{1F8F84A7-8252-A523-C979-D015BF012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734048" y="4012867"/>
            <a:ext cx="305101" cy="305101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46DD2C5B-9ABF-76B9-8E6B-689BD1278C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635627" y="4659193"/>
            <a:ext cx="372588" cy="372588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7111E1AD-01DE-A9A5-6584-B71379B4A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9647089" y="5356583"/>
            <a:ext cx="349665" cy="34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2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D7635-FF38-C39B-15AE-E78E3CA6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Status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F172D2-5765-8E50-D841-53F6B08AC7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D457377-A969-A2EB-3F95-BF53D7051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7251" y="2134299"/>
            <a:ext cx="308715" cy="30871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0EC73AB-92B0-13BD-9596-F7F5F9887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251" y="2980369"/>
            <a:ext cx="308715" cy="30871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23D5B50-218C-47CA-8F03-331D96F5DF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5622" y="3887578"/>
            <a:ext cx="308715" cy="30871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66E6475D-1AEA-C773-090F-0B9CBB8E1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120" y="4912334"/>
            <a:ext cx="308715" cy="30871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C34473F-7E5D-7893-DF25-F37FD7AE0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0234" y="2134299"/>
            <a:ext cx="308715" cy="30871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0632CF9-260A-56A7-3ADA-FE84C427D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4687" y="2910785"/>
            <a:ext cx="308715" cy="308715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85EE557-53E3-2095-011F-5441D33D3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6146" y="3887578"/>
            <a:ext cx="308715" cy="308715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1D8E03A-31ED-934E-2E99-D6A13F690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92774" y="4940462"/>
            <a:ext cx="308715" cy="30871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799F1A38-A4A3-BF82-32C0-EA873774CD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25095" y="2157331"/>
            <a:ext cx="285684" cy="285684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8718C059-FEA4-6B08-349F-BF9720A89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3188" y="3065949"/>
            <a:ext cx="295710" cy="29571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874B066-C714-A06C-5331-9BA1055DF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8173" y="3945312"/>
            <a:ext cx="308715" cy="308715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789B0E83-3ED4-CF59-BCB4-2BEBFCE49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84488" y="4940462"/>
            <a:ext cx="308715" cy="308715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E7EDEC54-F344-9469-CAFA-A5FAF7E3E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8742" y="2142053"/>
            <a:ext cx="285684" cy="285684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953CD8B6-0225-CF8D-2B29-A87202782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8743" y="4899927"/>
            <a:ext cx="285684" cy="285684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8A17E036-89CE-CF77-54E7-F487B7562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98743" y="3959492"/>
            <a:ext cx="285684" cy="285684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6AE12E2B-40F1-9DA5-7A85-911B044C2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8743" y="3113011"/>
            <a:ext cx="285684" cy="28568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7E8AF10-6A9B-FD07-30B2-F15AD8ABA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93600" y="2157329"/>
            <a:ext cx="285685" cy="28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7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F58B4B-CC95-5BC0-8C33-65FD5BA80B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7ECB4CB-C344-7122-6695-7C64B8C4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Settings</a:t>
            </a:r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67DAD387-32FF-A649-AFAF-343E81147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387" y="4978984"/>
            <a:ext cx="305690" cy="305690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D552CB0B-63A6-0781-1814-010803EB6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163" y="1838612"/>
            <a:ext cx="427627" cy="427627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66775FE1-E95F-CA0D-22F0-16B8FADD5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170" y="2925494"/>
            <a:ext cx="295846" cy="295846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056C0464-745D-FCF3-1AA7-415C8FD16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90" y="3891047"/>
            <a:ext cx="295846" cy="295846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D27A7131-E536-5DB1-4F4E-7061E718B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453" y="4983524"/>
            <a:ext cx="295846" cy="295846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9B52925C-7E75-71DC-0304-9260B90FB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454" y="6140489"/>
            <a:ext cx="295846" cy="295846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1B4B3C64-B0D5-D1E1-AC6A-BA0001537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6452" y="1885547"/>
            <a:ext cx="295846" cy="295846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D8703A18-316F-011B-EEAB-A2232F6BEF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30872" y="2925494"/>
            <a:ext cx="295846" cy="295846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89AD2CCE-F26A-2BB9-85CA-142A50A52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2074" y="3873130"/>
            <a:ext cx="333636" cy="333636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0EA8C09D-BD59-8D51-8B52-24702B3A3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76453" y="5015056"/>
            <a:ext cx="295846" cy="295846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F5FAF283-2EC5-460A-41EC-8E500F233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62074" y="6102700"/>
            <a:ext cx="333635" cy="333635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D04A8E29-B5ED-7CA4-8EF1-D17AEC406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4697" y="1880494"/>
            <a:ext cx="321013" cy="321013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4D7DA33B-61E0-4F9F-6CE6-839046253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39058" y="2918790"/>
            <a:ext cx="321013" cy="321013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DAD461EF-2EA0-CB03-909D-191A349F4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63640" y="3885117"/>
            <a:ext cx="321013" cy="321013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EF8711F8-3BB4-7042-EB95-5EF807578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14979" y="5019653"/>
            <a:ext cx="321013" cy="321013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08F04FBF-7960-7314-B7EE-BDE0540A93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92022" y="6191009"/>
            <a:ext cx="301560" cy="301560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4968EC7E-254E-C6EC-C8CF-5582FC466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4315" y="1811884"/>
            <a:ext cx="328947" cy="328947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C589100F-6004-0064-11BC-5DFD4A484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32379" y="2918879"/>
            <a:ext cx="322171" cy="322171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8595240F-ECD3-5382-1F34-FD0B213F6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36641" y="3900440"/>
            <a:ext cx="305690" cy="305690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8349B735-7ADC-01CF-849F-143E477EF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32379" y="6124218"/>
            <a:ext cx="316465" cy="316465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ECAA1E7D-578C-F462-6AC3-5626431D9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38544" y="1832309"/>
            <a:ext cx="307757" cy="307757"/>
          </a:xfrm>
          <a:prstGeom prst="rect">
            <a:avLst/>
          </a:prstGeom>
        </p:spPr>
      </p:pic>
      <p:pic>
        <p:nvPicPr>
          <p:cNvPr id="95" name="Gráfico 94">
            <a:extLst>
              <a:ext uri="{FF2B5EF4-FFF2-40B4-BE49-F238E27FC236}">
                <a16:creationId xmlns:a16="http://schemas.microsoft.com/office/drawing/2014/main" id="{A5DFDE69-7AC6-75A2-A3DA-45D8A269E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38545" y="2926419"/>
            <a:ext cx="307758" cy="307758"/>
          </a:xfrm>
          <a:prstGeom prst="rect">
            <a:avLst/>
          </a:prstGeom>
        </p:spPr>
      </p:pic>
      <p:pic>
        <p:nvPicPr>
          <p:cNvPr id="97" name="Gráfico 96">
            <a:extLst>
              <a:ext uri="{FF2B5EF4-FFF2-40B4-BE49-F238E27FC236}">
                <a16:creationId xmlns:a16="http://schemas.microsoft.com/office/drawing/2014/main" id="{D1DEDCED-ABCB-ABF8-74D4-061BBEDB2E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93126" y="3923737"/>
            <a:ext cx="326635" cy="326635"/>
          </a:xfrm>
          <a:prstGeom prst="rect">
            <a:avLst/>
          </a:prstGeom>
        </p:spPr>
      </p:pic>
      <p:pic>
        <p:nvPicPr>
          <p:cNvPr id="99" name="Gráfico 98">
            <a:extLst>
              <a:ext uri="{FF2B5EF4-FFF2-40B4-BE49-F238E27FC236}">
                <a16:creationId xmlns:a16="http://schemas.microsoft.com/office/drawing/2014/main" id="{1EFF1BA8-84DA-8098-8555-D8B5994B1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41536" y="5014031"/>
            <a:ext cx="326635" cy="326635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F00E6DDD-BD32-D0EB-3C2B-95DA73787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606" y="6143654"/>
            <a:ext cx="316465" cy="316465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F5302B9-01D9-C9A7-AD26-8BEF3E382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78574" y="1803594"/>
            <a:ext cx="326635" cy="326635"/>
          </a:xfrm>
          <a:prstGeom prst="rect">
            <a:avLst/>
          </a:prstGeom>
        </p:spPr>
      </p:pic>
      <p:pic>
        <p:nvPicPr>
          <p:cNvPr id="107" name="Gráfico 106">
            <a:extLst>
              <a:ext uri="{FF2B5EF4-FFF2-40B4-BE49-F238E27FC236}">
                <a16:creationId xmlns:a16="http://schemas.microsoft.com/office/drawing/2014/main" id="{54016CFD-1C78-472B-E019-861F8508B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278574" y="2917713"/>
            <a:ext cx="326635" cy="326635"/>
          </a:xfrm>
          <a:prstGeom prst="rect">
            <a:avLst/>
          </a:prstGeom>
        </p:spPr>
      </p:pic>
      <p:pic>
        <p:nvPicPr>
          <p:cNvPr id="113" name="Gráfico 112">
            <a:extLst>
              <a:ext uri="{FF2B5EF4-FFF2-40B4-BE49-F238E27FC236}">
                <a16:creationId xmlns:a16="http://schemas.microsoft.com/office/drawing/2014/main" id="{296FD649-AF7E-746B-37BE-891D33EB8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54258" y="3872370"/>
            <a:ext cx="326635" cy="326635"/>
          </a:xfrm>
          <a:prstGeom prst="rect">
            <a:avLst/>
          </a:prstGeom>
        </p:spPr>
      </p:pic>
      <p:pic>
        <p:nvPicPr>
          <p:cNvPr id="115" name="Gráfico 114">
            <a:extLst>
              <a:ext uri="{FF2B5EF4-FFF2-40B4-BE49-F238E27FC236}">
                <a16:creationId xmlns:a16="http://schemas.microsoft.com/office/drawing/2014/main" id="{E53251EC-63E4-3B5E-F4F6-37BC33EA7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354258" y="4984267"/>
            <a:ext cx="326635" cy="326635"/>
          </a:xfrm>
          <a:prstGeom prst="rect">
            <a:avLst/>
          </a:prstGeom>
        </p:spPr>
      </p:pic>
      <p:pic>
        <p:nvPicPr>
          <p:cNvPr id="117" name="Gráfico 116">
            <a:extLst>
              <a:ext uri="{FF2B5EF4-FFF2-40B4-BE49-F238E27FC236}">
                <a16:creationId xmlns:a16="http://schemas.microsoft.com/office/drawing/2014/main" id="{335ADA39-9EDD-0D28-87CA-CA2BF86FA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428032" y="6169823"/>
            <a:ext cx="295847" cy="295847"/>
          </a:xfrm>
          <a:prstGeom prst="rect">
            <a:avLst/>
          </a:prstGeom>
        </p:spPr>
      </p:pic>
      <p:pic>
        <p:nvPicPr>
          <p:cNvPr id="119" name="Gráfico 118">
            <a:extLst>
              <a:ext uri="{FF2B5EF4-FFF2-40B4-BE49-F238E27FC236}">
                <a16:creationId xmlns:a16="http://schemas.microsoft.com/office/drawing/2014/main" id="{08687B7B-AEF3-6A69-8F36-C78EE2946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559642" y="1803594"/>
            <a:ext cx="326635" cy="3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5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DE40A-96D5-CFD0-E0ED-963BCFBB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Login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57A3B2-E2EF-C33A-BAF8-675042BD2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FEAE0D7-25A9-DA62-CC70-8BE1BFB34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745933"/>
            <a:ext cx="380240" cy="38024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6B40BD3-86CE-3A35-F1E3-C79E6BD95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2802178"/>
            <a:ext cx="380240" cy="38024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0A6B747-8796-758A-54A5-CC9B11D38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50" y="3836341"/>
            <a:ext cx="380240" cy="38024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8965F47D-0A9C-45E7-B9E8-2CF049FB89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4892586"/>
            <a:ext cx="380240" cy="38024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4F58FFF-ABE3-A98D-5CB6-088E2A8CE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8575" y="1712603"/>
            <a:ext cx="380240" cy="38024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39C2A06-6366-F413-9B0A-716956161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3693" y="2766832"/>
            <a:ext cx="380240" cy="38024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9864700-8FE9-2544-4120-FDAE58669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7004" y="3836341"/>
            <a:ext cx="380240" cy="38024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A18AAC83-7030-BFEB-3F93-6BE30F92D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8746" y="4912693"/>
            <a:ext cx="380240" cy="38024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B250037-1148-FEE0-E570-970066534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20076" y="1730454"/>
            <a:ext cx="370639" cy="370639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8E26B4A8-DB2F-5355-9E4F-CAAFEC9AD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20076" y="2802178"/>
            <a:ext cx="380240" cy="38024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4519B49F-C51E-96C4-B09E-C428C30C2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09178" y="3836341"/>
            <a:ext cx="380240" cy="38024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09DCC77A-6BBA-82AC-B967-B4F267A33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07999" y="4912693"/>
            <a:ext cx="380240" cy="38024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A8CA8D83-3F73-3609-B4F0-94E31139C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74559" y="1680116"/>
            <a:ext cx="380240" cy="38024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74D224C5-F5D6-CD8B-7766-99722CE5F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02263" y="4912693"/>
            <a:ext cx="380240" cy="38024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CEA9C148-BB78-D07E-E578-6C94DF5E1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02263" y="3914403"/>
            <a:ext cx="380240" cy="380240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B3B26742-AF76-F850-0D70-22C3F6438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56187" y="1712605"/>
            <a:ext cx="380240" cy="38024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F3EF604F-B299-4071-A78C-E4DB05346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56186" y="3858466"/>
            <a:ext cx="380240" cy="380240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6FBFAE7A-B97D-68F2-D6A7-4B447476CD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74560" y="2782385"/>
            <a:ext cx="433256" cy="433256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F428D3E9-FD94-4BB3-E4EC-196A03402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60609" y="2766832"/>
            <a:ext cx="380240" cy="380240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E516E3B7-3BDA-50EA-440E-B36565A61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96193" y="1739820"/>
            <a:ext cx="380240" cy="38024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F82495E4-F0B7-5EBD-2A3D-91BB6DD11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96193" y="2835401"/>
            <a:ext cx="380240" cy="380240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D5E10ADC-ADE1-A504-955F-7374EA07C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31777" y="2814210"/>
            <a:ext cx="380240" cy="38024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3399A16D-F420-F6B0-E1D4-47A80491E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48067" y="3843817"/>
            <a:ext cx="380240" cy="380240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A7596366-3A86-F44D-5EE2-D98707C24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331777" y="4003303"/>
            <a:ext cx="380240" cy="380240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640929C8-5776-13FB-5885-A6A2FD67E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31779" y="4912692"/>
            <a:ext cx="380240" cy="380240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9C5C71FB-23CC-38CC-A516-B313DDEDB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81733" y="4912693"/>
            <a:ext cx="380240" cy="38024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B1E119E6-34CB-9AC0-D736-FBC62D933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75997" y="4912693"/>
            <a:ext cx="380240" cy="380240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482E5649-7DAF-BE46-070A-9392BD34E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331777" y="1783644"/>
            <a:ext cx="380240" cy="38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0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5BBFE-BCF8-4ED2-19E6-EDC40AF4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Time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3569D9-5D75-6AC1-4B80-6F3AD70B32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1CE5ECB-5B0E-F1BD-2430-423635A19B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953" y="1851378"/>
            <a:ext cx="325871" cy="325871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8F753A9-AA5E-251E-D39B-241A74420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843" y="2935240"/>
            <a:ext cx="325871" cy="32587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38F5D24-8E29-3C38-38C0-B608AF1F9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019102"/>
            <a:ext cx="325871" cy="32587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06E1FF4-5D44-ED06-D047-38F798CB2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953" y="5161083"/>
            <a:ext cx="325871" cy="325871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7EDA266-13A6-9755-3619-B90921B1B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5155" y="1840366"/>
            <a:ext cx="325871" cy="32587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59FBD4E3-544A-E204-DD8C-59B5EF340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5155" y="2930209"/>
            <a:ext cx="325871" cy="325871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FD396D8F-63A6-F415-6990-C748E8697A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0987" y="4030114"/>
            <a:ext cx="325871" cy="32587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2CB36AF-8E9E-B779-6BA6-B12A2BA88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65155" y="5161083"/>
            <a:ext cx="325871" cy="325871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2C56895F-C637-6EE3-2C4F-3E83ACF45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35626" y="1838844"/>
            <a:ext cx="307912" cy="30791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6C75A712-77DD-DC39-4487-C89EF03EF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35626" y="2898759"/>
            <a:ext cx="307912" cy="307912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4A086902-D775-A8EC-5FD5-4655E7CD9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5624" y="4023133"/>
            <a:ext cx="325871" cy="32587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8099F74E-36FF-3148-2878-6D56836F8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35624" y="5134556"/>
            <a:ext cx="325871" cy="325871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F31BB4F7-A5CB-FBBC-261D-E551925B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1597" y="1911005"/>
            <a:ext cx="325871" cy="325871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56D2E86C-F2F9-F3CA-F615-69FE304D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22734" y="2881884"/>
            <a:ext cx="384734" cy="384734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433C28FA-6A9D-1A82-D450-E03B721F4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66959" y="4030114"/>
            <a:ext cx="325871" cy="32587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B8BC127E-2245-9C45-81F8-726A09AF5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81597" y="5161083"/>
            <a:ext cx="325871" cy="325871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0BBD1E01-C680-57D7-F5AB-9D186B98A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82342" y="1851378"/>
            <a:ext cx="325871" cy="325871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BE1E5E4A-EB09-ABCC-8098-8C22978F8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77541" y="2869564"/>
            <a:ext cx="338969" cy="338969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67BFC5C3-7E1D-6B13-1A9E-D18CCFA77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84943" y="4023133"/>
            <a:ext cx="325871" cy="325871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0E8ECFEB-A6C7-12E2-87F2-71C83F4B1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84942" y="5161083"/>
            <a:ext cx="325871" cy="325871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C9504F90-1980-3F82-9BD8-7DBAFD3A65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41978" y="1851378"/>
            <a:ext cx="325871" cy="325871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E507BF50-AADE-06BE-C5F9-D953E4BCB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41978" y="2940746"/>
            <a:ext cx="325871" cy="325871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61D3EC47-7137-58E4-435D-88D40CC35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0916" y="4030114"/>
            <a:ext cx="325871" cy="325871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DA8DC0FF-D316-428B-99E5-ECBF444D9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30916" y="5161083"/>
            <a:ext cx="325871" cy="325871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72E04300-7071-EF71-D2A7-76AA912F73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68349" y="1851378"/>
            <a:ext cx="325871" cy="325871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A713F218-29F8-4F57-A2E5-ACBC59511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599013" y="2940746"/>
            <a:ext cx="325871" cy="325871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AF1EA703-9BA4-F652-1E39-515D1735C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66969" y="4033160"/>
            <a:ext cx="325871" cy="32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0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80EB-9F92-C101-5A46-7B524BCB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Emails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3E9738-FC4B-D1A2-CA8B-2DB88E426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9179801-6F29-EC0B-A322-6E5727D53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163" y="1828419"/>
            <a:ext cx="300479" cy="30047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BA36482-DC72-B9D7-4F4C-6B07C6CDC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583" y="2785725"/>
            <a:ext cx="286805" cy="28680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EF384A5C-E30E-5339-9157-0438E571B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3750441"/>
            <a:ext cx="321335" cy="32133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A4029344-5443-5DE5-8B4B-40F1A5D1D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162" y="4678209"/>
            <a:ext cx="328832" cy="32883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C7FAE377-563D-BED1-3261-50BE676B0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080" y="5609074"/>
            <a:ext cx="286805" cy="28680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015A740B-2497-E82F-CBA9-50C349C3F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3433" y="1914518"/>
            <a:ext cx="314472" cy="31447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77BA2EF-0CE1-23F0-CA0D-1ECA1DB78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6545" y="2863867"/>
            <a:ext cx="314472" cy="31447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491C3B0-EECF-38AD-3090-6AD917DFE9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7369" y="3684057"/>
            <a:ext cx="286805" cy="28680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391EFCA-C270-335E-16A1-FB4337272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3001" y="4726487"/>
            <a:ext cx="314472" cy="31447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869A7320-1463-25C6-2600-1807674B5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89508" y="5710771"/>
            <a:ext cx="344928" cy="34492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AFF6DCD1-DDCD-A73A-FF3E-1CB8151CBF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7454" y="1902262"/>
            <a:ext cx="314472" cy="314472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F06E55E4-8D75-4352-F671-7D5B52509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70685" y="2859142"/>
            <a:ext cx="314472" cy="314472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4C20C662-BE7F-D493-4F42-8F66FA0A0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16744" y="3621234"/>
            <a:ext cx="349741" cy="349741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EE1DF01F-C132-6776-3650-1DB563BAB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02144" y="4670822"/>
            <a:ext cx="328832" cy="328832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F7B55828-922A-180F-EAF0-94AD44191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33371" y="5550952"/>
            <a:ext cx="344928" cy="344928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EF8B864F-E09C-7548-E457-EBDBCCAEF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85757" y="2796810"/>
            <a:ext cx="305656" cy="305656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9AA65DA1-CB6E-7AEF-3700-868D5265A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53721" y="1908458"/>
            <a:ext cx="325010" cy="32501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537892E-7224-6631-3AA3-91EB06B1C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97333" y="3776826"/>
            <a:ext cx="345794" cy="345794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7D17190A-6041-961F-BDD1-801F34F91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09618" y="4653495"/>
            <a:ext cx="286805" cy="286805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B01C0B54-418C-4200-9823-982F976FB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61294" y="5700728"/>
            <a:ext cx="345794" cy="345794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2C61AB26-0445-E8E3-BD94-55A1904C3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98790" y="1900090"/>
            <a:ext cx="325009" cy="325009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644F37C8-F120-7475-098B-F5E1490F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27245" y="2895990"/>
            <a:ext cx="330124" cy="330124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BD1A549C-BC49-0776-3E3B-90E0458B5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59460" y="3728760"/>
            <a:ext cx="286805" cy="286805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C42A226A-76CB-5F98-AECC-FA7B493063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24623" y="4681464"/>
            <a:ext cx="334368" cy="334368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7A6238DA-E786-A917-7A9C-944FFD372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97750" y="5711290"/>
            <a:ext cx="348148" cy="348148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571CA27D-0BD7-B0DE-7C2B-B7D77A1ED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2002" y="1939152"/>
            <a:ext cx="325010" cy="32501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DF23CA1D-6E02-C1B6-4E42-860A9E0EF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787842" y="2907526"/>
            <a:ext cx="349741" cy="349741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FBCE2927-312D-759C-F4E2-441C31E98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721982" y="3725533"/>
            <a:ext cx="395977" cy="395977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FFFD8077-E940-E4FD-C2E6-60B6867FB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65357" y="4595355"/>
            <a:ext cx="334368" cy="334368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BD801FFF-0E58-D470-7225-31EEC91C9E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804795" y="5714441"/>
            <a:ext cx="341258" cy="341258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B0D10EF6-3263-507F-D866-B91217C56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999340" y="1934324"/>
            <a:ext cx="286805" cy="286805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44EE1476-DF74-4413-316C-BB4352AF7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999340" y="2884556"/>
            <a:ext cx="286805" cy="286805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678B229C-11ED-F1BB-E733-1243E89E0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48009" y="3688069"/>
            <a:ext cx="286805" cy="286805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F67BF98B-997A-0269-AB39-87BD15877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13839" y="4602137"/>
            <a:ext cx="323828" cy="323828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46D11FE8-99AF-FF51-8A01-50A41CE2A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001668" y="5709905"/>
            <a:ext cx="345794" cy="345794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2097D810-09C1-7514-DFEF-6DD46E0C5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031018" y="1893110"/>
            <a:ext cx="346760" cy="346760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9C977175-F6AE-E1C0-DBC6-95A45B737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066736" y="3799025"/>
            <a:ext cx="346760" cy="346760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7EDC92DD-C921-7A6B-A012-305AE7995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092888" y="2793885"/>
            <a:ext cx="304143" cy="304143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A74AFCD7-319B-8912-D736-7417E36D9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037429" y="4609968"/>
            <a:ext cx="323828" cy="323828"/>
          </a:xfrm>
          <a:prstGeom prst="rect">
            <a:avLst/>
          </a:prstGeom>
        </p:spPr>
      </p:pic>
      <p:pic>
        <p:nvPicPr>
          <p:cNvPr id="95" name="Gráfico 94">
            <a:extLst>
              <a:ext uri="{FF2B5EF4-FFF2-40B4-BE49-F238E27FC236}">
                <a16:creationId xmlns:a16="http://schemas.microsoft.com/office/drawing/2014/main" id="{EC086A5F-76D7-A5E9-5DDF-EED100933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037430" y="5698374"/>
            <a:ext cx="348148" cy="34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7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4C9C0-7EA9-6086-A8B6-94485E1B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i="0" err="1">
                <a:solidFill>
                  <a:srgbClr val="000000"/>
                </a:solidFill>
                <a:effectLst/>
                <a:latin typeface="Inter"/>
              </a:rPr>
              <a:t>Users</a:t>
            </a:r>
            <a:r>
              <a:rPr lang="pt-BR" i="0">
                <a:solidFill>
                  <a:srgbClr val="000000"/>
                </a:solidFill>
                <a:effectLst/>
                <a:latin typeface="Inter"/>
              </a:rPr>
              <a:t> </a:t>
            </a:r>
            <a:br>
              <a:rPr lang="pt-BR" i="0">
                <a:solidFill>
                  <a:srgbClr val="000000"/>
                </a:solidFill>
                <a:effectLst/>
                <a:latin typeface="Inter"/>
              </a:rPr>
            </a:b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AC0B-34A3-EC76-FFF5-CFD4B310CC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7BF7925-44AD-F6C7-6ECC-79960D8FC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53" y="1629437"/>
            <a:ext cx="340597" cy="34059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2FF03C5-5D21-B5B7-43B6-4BE2F8464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944" y="2754378"/>
            <a:ext cx="371560" cy="37156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D7C1C09-6544-28A6-FF92-6216E7FAB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944" y="3804487"/>
            <a:ext cx="371560" cy="37156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18DB018-0D11-E4C5-1857-D96BFA52B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4858836"/>
            <a:ext cx="371560" cy="37156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228237C9-6572-EB52-76B4-1283D5016C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98" y="6009000"/>
            <a:ext cx="371560" cy="37156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766DCF1-29BD-3718-1CB1-9BC26B5F2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2877" y="1610165"/>
            <a:ext cx="383858" cy="38385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52FE79E-1EF8-23B3-3820-CFC4DD3CE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8985" y="2680697"/>
            <a:ext cx="371560" cy="37156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8A6C903-E36A-52F5-F1B7-5E591E5C5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8985" y="3828468"/>
            <a:ext cx="371560" cy="37156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B633AC13-C9DC-EFD9-A587-0B8F50DDFB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86239" y="4819891"/>
            <a:ext cx="371560" cy="37156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1A7ED5CB-2CCC-85D6-FA28-B5B15F998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86239" y="5903162"/>
            <a:ext cx="371560" cy="37156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D644EA75-3C6C-7497-0AB7-A40BCD6FF8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99140" y="1604319"/>
            <a:ext cx="388274" cy="388274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339F03AA-6088-4C1D-AFB8-C568DF394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8741" y="3842347"/>
            <a:ext cx="371560" cy="37156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0152304-B415-4A90-3922-DB75B5441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31487" y="2774759"/>
            <a:ext cx="371560" cy="37156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1C3CE7C2-7B95-A2B8-D561-F21BE8AA0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48741" y="4934738"/>
            <a:ext cx="371560" cy="37156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32EAEC33-C899-7B4F-E0C3-F5514CDCC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48741" y="5935513"/>
            <a:ext cx="371560" cy="371560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B513318A-00E0-8800-C37B-7194AE4AA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45832" y="1622826"/>
            <a:ext cx="410689" cy="410689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43E7D225-4625-66E6-DD4B-243947BEC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4425" y="2783385"/>
            <a:ext cx="371560" cy="371560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442FF695-8866-63FC-BE93-2A094157F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4516" y="3866179"/>
            <a:ext cx="371560" cy="37156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B6B83C8E-98D0-B2C6-392F-BEA8FFC7E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98610" y="4910115"/>
            <a:ext cx="371560" cy="371560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E58F4F5B-B876-1DE6-03B6-7A7E4118A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27947" y="5935513"/>
            <a:ext cx="371560" cy="371560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AABAA9D8-C042-24E4-B6ED-9157EE797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34142" y="1583717"/>
            <a:ext cx="410689" cy="410689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340B1C5F-4707-3B82-0F04-335DFDE34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57745" y="2727644"/>
            <a:ext cx="371560" cy="371560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F2A3562F-365C-0A75-A307-DABBFC2829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81408" y="3823592"/>
            <a:ext cx="371560" cy="37156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DEA723FB-0BD5-72DF-56D7-6D08E5F76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71520" y="4817616"/>
            <a:ext cx="371560" cy="371560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6AE0FA20-4B98-06B4-A4B8-5EF8AA083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81408" y="5886927"/>
            <a:ext cx="371560" cy="37156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6C8984EA-C9B8-2FDD-21B3-1840B6F9D7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93239" y="1590356"/>
            <a:ext cx="424756" cy="424756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6A5D9648-83DD-FC55-F971-6A811FDA3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93238" y="2727644"/>
            <a:ext cx="371560" cy="371560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0DBB457B-F72C-AD39-38E9-601103D2B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793238" y="3786597"/>
            <a:ext cx="371560" cy="371560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83325550-3A2A-9786-0660-F81276CFA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44069" y="4768086"/>
            <a:ext cx="371560" cy="37156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404F9CA2-D238-ABAF-51C8-EA6B2AB8A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16184" y="5886989"/>
            <a:ext cx="371560" cy="371560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A73C7664-6D72-1F84-565C-8ED4CBBF1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71701" y="1622826"/>
            <a:ext cx="410689" cy="410689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1FD914CD-7946-F363-D02F-A32CB211E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229297" y="2732565"/>
            <a:ext cx="371560" cy="371560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B8A1736F-2288-01EE-E691-A7FC5FDF6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184817" y="3865930"/>
            <a:ext cx="371560" cy="37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2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CBA3B-E427-E07A-6CB7-885F57CF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i="0" err="1">
                <a:solidFill>
                  <a:srgbClr val="000000"/>
                </a:solidFill>
                <a:effectLst/>
                <a:latin typeface="Inter"/>
              </a:rPr>
              <a:t>Users</a:t>
            </a:r>
            <a:r>
              <a:rPr lang="pt-BR" i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pt-BR" i="0" err="1">
                <a:solidFill>
                  <a:srgbClr val="000000"/>
                </a:solidFill>
                <a:effectLst/>
                <a:latin typeface="Inter"/>
              </a:rPr>
              <a:t>Actions</a:t>
            </a:r>
            <a:br>
              <a:rPr lang="pt-BR" b="1" i="0">
                <a:solidFill>
                  <a:srgbClr val="000000"/>
                </a:solidFill>
                <a:effectLst/>
                <a:latin typeface="Inter"/>
              </a:rPr>
            </a:b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F80F2E-02D3-34C8-B8E8-D027351D94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246221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92CB777-9DF3-950D-C85B-69483D579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327" y="1776502"/>
            <a:ext cx="384716" cy="384716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BE182102-63C3-5723-C71D-FBC9C0620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327" y="2872651"/>
            <a:ext cx="384716" cy="38471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BDF58CE-8184-3DE3-9001-D32F6EB16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327" y="4006997"/>
            <a:ext cx="384716" cy="38471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AB0C61C9-1DCA-4485-9330-1D81CC716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327" y="5141343"/>
            <a:ext cx="384716" cy="384716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CBBC6D3-DE55-B509-AB58-A4955926D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327" y="6186319"/>
            <a:ext cx="384716" cy="38471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614585D0-8749-E931-CD15-868592A48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0636" y="1884734"/>
            <a:ext cx="384716" cy="384716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59B9134-CA33-9307-80F8-5DE3D0AA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0636" y="2929710"/>
            <a:ext cx="384716" cy="384716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696A524-423B-0E32-1FCE-392F890E7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15695" y="4038656"/>
            <a:ext cx="384716" cy="384716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D03D23B6-9C2A-5ABA-A4F4-120A019A13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65980" y="5173002"/>
            <a:ext cx="384716" cy="384716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3B14ED06-0EA7-25B0-F851-0C14280A2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65980" y="6278843"/>
            <a:ext cx="384716" cy="384716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82F9CD30-43DE-DD1B-3631-8713820E0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10222" y="1884734"/>
            <a:ext cx="384716" cy="384716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51F6B6A1-70F0-DDBD-8713-35AD22C99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65379" y="2929710"/>
            <a:ext cx="384716" cy="384716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9ECD8698-94E0-F74A-B48E-E979843A7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5379" y="4051356"/>
            <a:ext cx="384716" cy="384716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7A70714-BDAD-8BC8-EE7F-0AC50C9E39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46061" y="5173002"/>
            <a:ext cx="384716" cy="384716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5F29B81A-8396-1307-6FD0-45DD821D0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43278" y="6217978"/>
            <a:ext cx="384716" cy="384716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0E5955A0-1C77-95B2-B9BE-D2D9249D1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63705" y="1926410"/>
            <a:ext cx="384716" cy="384716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5B209AC0-570D-FA4E-6563-6F791B7D7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97067" y="2929710"/>
            <a:ext cx="384716" cy="384716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A4DB1152-4BD2-966E-9139-2FD50B089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63705" y="4038656"/>
            <a:ext cx="384716" cy="384716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676D166F-CBD9-0716-C3A0-2609F572B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63705" y="5173002"/>
            <a:ext cx="384716" cy="384716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2A926A63-E92C-1781-4A53-5CC75B110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63705" y="6227383"/>
            <a:ext cx="384716" cy="384716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46D67A05-B2BD-031C-A500-A282807A3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28448" y="1926410"/>
            <a:ext cx="384716" cy="384716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EDBD9B6F-C536-F82C-8B75-28D865CC6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28448" y="2929710"/>
            <a:ext cx="384716" cy="384716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6802D271-F482-3A35-48C9-3902DD73B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28448" y="4038656"/>
            <a:ext cx="384716" cy="384716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21F3D024-AA90-C117-B19F-26CA92A4B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228448" y="5173002"/>
            <a:ext cx="384716" cy="384716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9EF20B17-C42C-5F8B-6EAB-6E08E3125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28448" y="6217978"/>
            <a:ext cx="384716" cy="384716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520AC066-11E6-C692-377D-AC3DF9D1F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52971" y="1920151"/>
            <a:ext cx="384716" cy="38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0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C1D4A-9142-393E-B88B-C59A99D7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Group</a:t>
            </a:r>
            <a:r>
              <a:rPr lang="pt-BR"/>
              <a:t> </a:t>
            </a:r>
            <a:r>
              <a:rPr lang="pt-BR" err="1"/>
              <a:t>Actions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147136-E2EB-883F-57F3-5164944391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DEA56CD-B305-8409-B3E8-198FE336F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2066411"/>
            <a:ext cx="440310" cy="44031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47E4600-C7E0-3319-C676-B499D20D9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7886" y="3247086"/>
            <a:ext cx="427834" cy="427834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002B74F-D02A-C0A1-62B0-962CAD65A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334" y="4402786"/>
            <a:ext cx="427834" cy="42783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4C4CBBB-1F20-BD7F-0361-782D65741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886" y="5580422"/>
            <a:ext cx="427834" cy="427834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A4C40B9-EA43-481F-F708-4AA54D0B6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1696" y="2079605"/>
            <a:ext cx="427834" cy="42783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25F40183-DA3D-CC96-E335-3F1298BDC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1696" y="3247086"/>
            <a:ext cx="427834" cy="42783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8515807F-B1E3-E3B4-C2A9-2E813E2BF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3442" y="4361744"/>
            <a:ext cx="427834" cy="427834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1DCAE6F8-41EE-A65E-D0FC-8B612405E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1696" y="5605705"/>
            <a:ext cx="427834" cy="427834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134A4C96-9B3B-FA33-645A-2621E7CBC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3541" y="2079605"/>
            <a:ext cx="427834" cy="427834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7B7E1EC-3B8D-38A2-4D4E-9561011EA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87590" y="3288128"/>
            <a:ext cx="427834" cy="427834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B948A470-E7DB-6963-9E0A-6A07A8B65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99336" y="4412531"/>
            <a:ext cx="427834" cy="427834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055F65CF-924F-F056-E2B1-03E9F803A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73541" y="5646747"/>
            <a:ext cx="427834" cy="427834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BFAE483E-12C3-57A5-7719-26E23F70A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5386" y="2079605"/>
            <a:ext cx="427834" cy="427834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82C354D7-56C9-BCDA-7234-8E9BCCD08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48884" y="3288128"/>
            <a:ext cx="427834" cy="427834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18993431-5554-FF80-E110-D92FFBA0A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60630" y="4479266"/>
            <a:ext cx="427834" cy="427834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9A981CCF-BBE5-C3A9-B707-F1E430892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48884" y="5646747"/>
            <a:ext cx="427834" cy="42783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F148236-80B8-FC0B-C464-D89515BFE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93032" y="2079605"/>
            <a:ext cx="427834" cy="427834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A11C7911-6F35-BD7C-17E9-1E4079682C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93032" y="3300828"/>
            <a:ext cx="427834" cy="427834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457D2A79-10B5-76B0-A903-AA58BEF1C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06127" y="4479266"/>
            <a:ext cx="427834" cy="427834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76513988-C0A3-69C2-211F-A80639A47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93032" y="5666778"/>
            <a:ext cx="427834" cy="427834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F0D96F99-D5C6-23FD-06AD-BAA9AD2B2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655177" y="2120647"/>
            <a:ext cx="427834" cy="427834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10876A16-4A73-2359-027D-EE4033BF3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97324" y="3305099"/>
            <a:ext cx="427834" cy="427834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F27D7A45-5C6A-4BCE-60C0-2D43815A7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747170" y="4489141"/>
            <a:ext cx="427834" cy="427834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960D08A0-0839-5053-23E2-0C2C3627C4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735424" y="5693393"/>
            <a:ext cx="427834" cy="42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00701-3925-D221-75C6-7C7B4E5D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Messages</a:t>
            </a:r>
            <a:r>
              <a:rPr lang="pt-BR"/>
              <a:t> Chat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006A60-ABDC-8328-63E8-FF82BDCE0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8FD030B-574C-6B05-6368-A35E142F4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18041"/>
            <a:ext cx="386432" cy="38643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4075F6E-0F5C-9A76-66D5-2BFD5D88E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895" y="2883639"/>
            <a:ext cx="386432" cy="38643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8DC7588-ABB8-AE6F-1DD8-53F9DFE78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3959659"/>
            <a:ext cx="386432" cy="38643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0FF4398-448C-7381-5948-3B5D4128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101081"/>
            <a:ext cx="386432" cy="38643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60BD3401-2CFC-BE25-8233-F380D3FC9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6396" y="1768476"/>
            <a:ext cx="386432" cy="386432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0210557-C6A5-5E94-06F6-CF3213ACBF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2849" y="2898256"/>
            <a:ext cx="386432" cy="38643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D85E149-A5C7-997A-6E1B-4EAAFB8EA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6396" y="3959659"/>
            <a:ext cx="386432" cy="38643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4992D27-C466-58A1-62A1-CD04B1323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66396" y="5160027"/>
            <a:ext cx="386432" cy="386432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24BA357C-F699-3B1B-91CB-2B4A07058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67042" y="1823677"/>
            <a:ext cx="386432" cy="38643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11B38EEC-D419-62AB-1471-F54FF7F98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7042" y="2898256"/>
            <a:ext cx="386432" cy="386432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ADBD6279-F0AA-25D9-D619-1BD1925A0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7042" y="4014860"/>
            <a:ext cx="386432" cy="386432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DFE3EBB-B504-DFCD-00A8-15700D312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63031" y="5160027"/>
            <a:ext cx="386432" cy="386432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7C9AEFCA-11D5-E451-7F5A-A7E30DC8C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48296" y="1800816"/>
            <a:ext cx="386432" cy="386432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5B977E72-11CE-5F59-168B-07134AF09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42389" y="2898256"/>
            <a:ext cx="386432" cy="386432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07744215-77C6-02A5-A24F-8A216BA5A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48296" y="4072272"/>
            <a:ext cx="386432" cy="386432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77401E4C-BCFF-5D27-6446-2B3C16C98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3444" y="5192367"/>
            <a:ext cx="386432" cy="386432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2DB307FF-803F-9B66-284C-4383AAE46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72536" y="1818040"/>
            <a:ext cx="386432" cy="386432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2DECCB28-6F27-D40B-2A5F-DEC041CC6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3857" y="2958653"/>
            <a:ext cx="386432" cy="386432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6FDC8FFE-49E9-A10A-C4EA-43925C76C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63857" y="4072272"/>
            <a:ext cx="386432" cy="386432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7DE53BD8-DA2E-F7DA-6788-6C9571867B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63857" y="5236083"/>
            <a:ext cx="386432" cy="386432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DDDFE478-B54C-8297-BE67-0EA467D3D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96811" y="1823677"/>
            <a:ext cx="386432" cy="386432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9242D98D-E38D-CE56-39D3-4FAD19749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96811" y="2981514"/>
            <a:ext cx="386432" cy="386432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20FED8E2-9ADD-AFF1-4004-CC57DD791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94039" y="4089603"/>
            <a:ext cx="386432" cy="386432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028A29A9-6145-1218-74B7-9BC655814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94039" y="5272775"/>
            <a:ext cx="386432" cy="386432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6F269A5D-18AF-357B-0E87-476EEF30A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621086" y="1823677"/>
            <a:ext cx="386432" cy="386432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28063CD6-50CD-8C80-F1B0-BD6A4A0AA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21086" y="2931505"/>
            <a:ext cx="386432" cy="386432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ACD3D299-C627-BE30-4DBD-7C3177579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46809" y="4014860"/>
            <a:ext cx="386432" cy="386432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9A696309-EA23-CB6B-AB9B-17CDBCDE1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21086" y="5236083"/>
            <a:ext cx="386432" cy="386432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F618E44C-119F-B519-1648-3E0A37E3D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666583" y="1818042"/>
            <a:ext cx="386432" cy="386432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AE127F54-4AE5-886A-53DB-A1C216B9D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666583" y="2934664"/>
            <a:ext cx="386432" cy="3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51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64A9D-420C-DD31-1767-B42D990C3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People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2E64FC-A4C7-1D85-31EA-1CFF89B416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82F9AF0-BB70-EA68-F989-227FD6D59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798343"/>
            <a:ext cx="436660" cy="43666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5FA1DFA0-32E5-CA06-5330-7574002B6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2970237"/>
            <a:ext cx="436660" cy="43666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FD800F4-2BBD-8484-1BD1-8D58A30C6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192931"/>
            <a:ext cx="436660" cy="43666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4BA728C-3EFC-09FF-625F-402211DA2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415625"/>
            <a:ext cx="436660" cy="43666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76B5A2F-9C30-DD40-EB5C-553F7296F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9349" y="1798343"/>
            <a:ext cx="436660" cy="43666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65985630-77A1-C73B-4117-B6A4F0B09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29349" y="3068895"/>
            <a:ext cx="436660" cy="43666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4F373E7-54CA-2414-EB03-A38E40022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29349" y="4192931"/>
            <a:ext cx="436660" cy="43666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11443F8A-615B-0326-C704-4B2E28877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29349" y="5415625"/>
            <a:ext cx="436660" cy="43666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1F564243-4221-E957-6911-939E39B17F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0499" y="1798343"/>
            <a:ext cx="436660" cy="43666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51D19DA5-EA69-1EB4-D0E3-384C31E78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0499" y="3098264"/>
            <a:ext cx="436660" cy="43666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2F1B008A-109F-18EB-346B-6C1911C4A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72399" y="4192931"/>
            <a:ext cx="436660" cy="43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10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7D756-B4EF-00D0-16C2-897B220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Jobs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3E5EF5-64DA-835D-5BBD-8C427611AB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B20768C-8FF3-9E95-A302-58862F6CA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757603"/>
            <a:ext cx="422716" cy="422716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F7FB72B-EE1E-0D8E-02F1-C880228137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02203"/>
            <a:ext cx="422716" cy="42271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F9954022-FE63-3BAE-3C4C-8C329F5B5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246803"/>
            <a:ext cx="422716" cy="42271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CF88F9B-B757-D69E-960E-1B78EF6FE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7300" y="4246803"/>
            <a:ext cx="422716" cy="422716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29C0EA83-740D-28F6-A553-D2C623B43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7300" y="1757603"/>
            <a:ext cx="422716" cy="42271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42C36A8-3E78-393B-F90F-B2FDE0821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7300" y="2988166"/>
            <a:ext cx="422716" cy="422716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0C9A950-455A-EB83-63F9-923221142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0000" y="3002203"/>
            <a:ext cx="422716" cy="422716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6B0E595-7EE2-5DBB-6F41-9BC428AFD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3354" y="4246803"/>
            <a:ext cx="422716" cy="422716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BC884BB-2ED2-8E08-1150-BA06E8D88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50000" y="1757603"/>
            <a:ext cx="422716" cy="4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2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63045-0654-2608-2444-202BA14A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Computer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717A09-B81E-F16B-2BAF-3CC6411A58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7ED9A48-A74A-6B03-77E7-95B4A16E6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730650"/>
            <a:ext cx="383063" cy="38306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DD87EDB-3CCE-D335-0585-DEB6C5789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01202"/>
            <a:ext cx="383063" cy="38306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CF90F32-2B60-100E-3507-6EE2806DB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317675"/>
            <a:ext cx="383063" cy="38306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119A625-7FF0-1570-B427-82C4FB60B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490539"/>
            <a:ext cx="383063" cy="38306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052122E-3FA5-AC5D-FC1C-5A908C02A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9562" y="1730650"/>
            <a:ext cx="383063" cy="38306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5271BAB9-C421-BD9F-B4E4-633EF53EA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39562" y="3001202"/>
            <a:ext cx="383063" cy="383063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E89DE39C-5ADF-8C74-2731-1825E3631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9562" y="4317675"/>
            <a:ext cx="383063" cy="38306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09A8AB27-E9F2-C613-3C2B-3C6F79E6B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39562" y="5490539"/>
            <a:ext cx="383063" cy="38306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4A3782CF-9ACB-F708-485C-C8930B248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15765" y="1730650"/>
            <a:ext cx="383063" cy="383063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4E29C71-C5FD-C28B-69AC-8D2934DA3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5765" y="3001202"/>
            <a:ext cx="383063" cy="38306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E3B925CB-815A-F18F-CCA0-064C8D510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19119" y="4317675"/>
            <a:ext cx="383063" cy="38306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AC2A367-44EE-9A1C-D323-3F4B31528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6609" y="5490539"/>
            <a:ext cx="383063" cy="38306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A36F9F41-0062-2331-3C4B-0A3EC7753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93656" y="1730440"/>
            <a:ext cx="383063" cy="38306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E5C3285B-3217-BCA4-073D-447C1360B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97008" y="3001202"/>
            <a:ext cx="383063" cy="383063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05359884-2F8F-0DD5-2C98-9285AFA92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93656" y="4317675"/>
            <a:ext cx="383063" cy="383063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99ED3768-A67F-F291-1A6D-E29A644EB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27482" y="5464440"/>
            <a:ext cx="452391" cy="452391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E740625B-43A8-2689-2F27-A0B025AE9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69859" y="1776571"/>
            <a:ext cx="383063" cy="38306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BC2933F0-CBC5-9AD9-29AD-3D5BC73D2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3290" y="3093044"/>
            <a:ext cx="383063" cy="383063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B075A2DC-0809-D854-64EF-FBF86A655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03290" y="4317675"/>
            <a:ext cx="383063" cy="3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DB2DD-4D98-0F81-1FFB-C7DCF31B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577" y="762276"/>
            <a:ext cx="8964613" cy="535531"/>
          </a:xfrm>
        </p:spPr>
        <p:txBody>
          <a:bodyPr/>
          <a:lstStyle/>
          <a:p>
            <a:r>
              <a:rPr lang="pt-BR"/>
              <a:t>Computer </a:t>
            </a:r>
            <a:r>
              <a:rPr lang="pt-BR" err="1"/>
              <a:t>Peripherals</a:t>
            </a:r>
            <a:r>
              <a:rPr lang="pt-BR"/>
              <a:t>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60CAC4-DDC4-197B-0219-79BD09EDAE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41B7C8E-2C4E-2BD6-FEEB-F15A85845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577" y="1641362"/>
            <a:ext cx="373983" cy="37398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F9007D9-F5EF-BAA8-EEDB-453501998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577" y="2801720"/>
            <a:ext cx="373983" cy="37398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6CBE0BA-C4CC-383B-2541-DA9C16750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577" y="3973331"/>
            <a:ext cx="373983" cy="37398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2C4B262-DC12-07F1-DB40-290B82BE3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578" y="5076712"/>
            <a:ext cx="373983" cy="37398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26FF3D4A-581B-64D8-AD49-F899E2F5D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6485" y="1641362"/>
            <a:ext cx="373983" cy="37398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2CDF47A-FB63-B95F-8951-4BE6F6F48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2737" y="2801720"/>
            <a:ext cx="373983" cy="373983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2D60AAD1-8D27-D75C-25FB-1C2B64C46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6486" y="3962658"/>
            <a:ext cx="373983" cy="37398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C7317EE-6362-E985-9176-5D1C232FF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6486" y="5076712"/>
            <a:ext cx="373983" cy="373983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EB3D6AEF-6FFF-4E73-D4E9-CFC73B087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8031" y="1641362"/>
            <a:ext cx="373983" cy="37398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38B893E6-6A8D-24E8-2856-8E837B7C4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43707" y="2717610"/>
            <a:ext cx="373983" cy="37398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4ED62A7E-179B-6915-E041-EFC716733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08032" y="3962658"/>
            <a:ext cx="373983" cy="37398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FAA1588B-A879-BDAD-1D70-66EDEE35A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08032" y="5105186"/>
            <a:ext cx="373983" cy="37398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2F37EFD5-18E6-C003-02FD-C13557B2C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03001" y="1697956"/>
            <a:ext cx="373983" cy="373983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B7CB53D-775D-B996-F685-6E0BEC845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03002" y="2812392"/>
            <a:ext cx="373983" cy="373983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4A9D8B63-34E0-01BC-6876-F13DC0ECF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03000" y="3973331"/>
            <a:ext cx="373983" cy="373983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1BCC2CAF-A2D5-8F73-9547-A55D3E62B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31538" y="5134270"/>
            <a:ext cx="373983" cy="37398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942BDD58-5094-451F-B070-057149E511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5044" y="1715757"/>
            <a:ext cx="373983" cy="373983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2A46F02B-07FC-9E28-A8B4-6DBE45CA00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55044" y="2830193"/>
            <a:ext cx="373983" cy="373983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E527621-3EBA-E130-3C9F-74773FAC0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5044" y="3993701"/>
            <a:ext cx="373983" cy="373983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052F29E2-41CA-655D-5CA8-24DA00C32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55044" y="5105186"/>
            <a:ext cx="373983" cy="373983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A4B0CBB7-FCDF-0437-1371-937A58D495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236589" y="1719304"/>
            <a:ext cx="373983" cy="373983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771339E2-D2D9-9C5D-41D1-815E811E7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12171" y="2833739"/>
            <a:ext cx="373983" cy="373983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706639A8-7252-4059-E121-337748FB3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36589" y="4001805"/>
            <a:ext cx="373983" cy="3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50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29FCF-5C95-88F5-543A-3B124552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i="0">
                <a:solidFill>
                  <a:srgbClr val="000000"/>
                </a:solidFill>
                <a:effectLst/>
                <a:latin typeface="Inter"/>
              </a:rPr>
              <a:t>Hard Drive </a:t>
            </a:r>
            <a:r>
              <a:rPr lang="pt-BR" i="0" err="1">
                <a:solidFill>
                  <a:srgbClr val="000000"/>
                </a:solidFill>
                <a:effectLst/>
                <a:latin typeface="Inter"/>
              </a:rPr>
              <a:t>Memory</a:t>
            </a:r>
            <a:br>
              <a:rPr lang="pt-BR" b="1" i="0">
                <a:solidFill>
                  <a:srgbClr val="000000"/>
                </a:solidFill>
                <a:effectLst/>
                <a:latin typeface="Inter"/>
              </a:rPr>
            </a:br>
            <a:br>
              <a:rPr lang="pt-BR" b="0" i="0">
                <a:solidFill>
                  <a:srgbClr val="000000"/>
                </a:solidFill>
                <a:effectLst/>
                <a:latin typeface="Inter"/>
              </a:rPr>
            </a:b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6F2C84-625B-CAEB-1575-E2C7466D6D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2A70BC8-D926-4B97-83A3-A146C40CA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07548"/>
            <a:ext cx="361369" cy="36136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9AEFABF-20D5-68A5-C98D-56F689589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50" y="3038479"/>
            <a:ext cx="413022" cy="41302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07CAAB4-E5C9-6DB6-086F-891F5F333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50" y="4313443"/>
            <a:ext cx="413022" cy="41302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AF1F51F0-FA8C-A385-0A05-9D78DCC06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9399" y="4332830"/>
            <a:ext cx="413022" cy="41302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2106DC9-77DB-7201-E7BE-A87D2D40F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59400" y="1732376"/>
            <a:ext cx="413022" cy="413022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9DD17B4-0364-ED82-6A7B-562DCFE59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9400" y="3082738"/>
            <a:ext cx="413022" cy="41302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F69BEE12-ABE2-6563-752B-F029BFF32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6779" y="3015978"/>
            <a:ext cx="413022" cy="41302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2F6EF84-29EE-E02F-5377-EBD4FD833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6778" y="4332829"/>
            <a:ext cx="413022" cy="413022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42EE67A0-5A05-234A-67A5-F9DB7F2A2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6779" y="1826539"/>
            <a:ext cx="413022" cy="41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12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2EE7C-8DC1-F69C-D766-AEC197B5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49" y="734705"/>
            <a:ext cx="8964613" cy="535531"/>
          </a:xfrm>
        </p:spPr>
        <p:txBody>
          <a:bodyPr/>
          <a:lstStyle/>
          <a:p>
            <a:r>
              <a:rPr lang="pt-BR"/>
              <a:t>Phone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1F1EF-D013-133E-5B7A-18D0B9235D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1813F13-280C-0DA7-6939-1E010FECC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964" y="1882588"/>
            <a:ext cx="370262" cy="37026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5E19834E-BFA0-DCA3-BC68-ECA62D9E3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964" y="3063238"/>
            <a:ext cx="370262" cy="37026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BE467BA-B81E-D9E3-288C-86A717906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50" y="4190357"/>
            <a:ext cx="370262" cy="37026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445B207-ADDD-6E12-FD73-69BD3870C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964" y="5352805"/>
            <a:ext cx="370262" cy="37026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3E0AD91-96C4-0481-430F-86A5661C3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6909" y="1875177"/>
            <a:ext cx="370262" cy="370262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A623C50-C102-A2BF-D15E-9187EC351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4768" y="3027760"/>
            <a:ext cx="370262" cy="37026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41200ED4-EE7B-E92C-37A9-47FAF6AFA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704" y="4178160"/>
            <a:ext cx="370262" cy="37026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23068EF4-B2E9-7F01-6776-44D68044E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9613" y="5352805"/>
            <a:ext cx="370262" cy="370262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8A919C1-0857-C6E0-BB14-80001C361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37853" y="1875177"/>
            <a:ext cx="370262" cy="37026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EA5934EE-60F6-DDE6-1CCB-1C1500E9A1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26146" y="2972907"/>
            <a:ext cx="418410" cy="41841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A7AE1F41-3C95-231B-DEFF-48B412A91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2443" y="4190357"/>
            <a:ext cx="370262" cy="370262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568C8E78-2546-A4A1-49F1-F650EBAE6B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57518" y="5345394"/>
            <a:ext cx="370262" cy="370262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C18C3D61-540A-3031-897B-050CB4EEB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66830" y="1882588"/>
            <a:ext cx="370262" cy="370262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25AE71B1-285E-21BA-3206-6AA47427B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8970" y="3064543"/>
            <a:ext cx="370262" cy="370262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DE07E7AD-61EA-56FE-3749-43AAF3C1E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86735" y="4178160"/>
            <a:ext cx="370262" cy="370262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A7200F40-005F-AC09-1FEA-D3303C663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86735" y="5352805"/>
            <a:ext cx="370262" cy="370262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5ECCC904-AC35-E3FB-8D93-7E8ED3EA0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74358" y="1882588"/>
            <a:ext cx="370262" cy="370262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400DA125-AEE3-EBC1-1234-58A61AD81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43100" y="3046419"/>
            <a:ext cx="370262" cy="370262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44524739-133F-DB30-C9BA-E6FF73E38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63893" y="4190357"/>
            <a:ext cx="370262" cy="370262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84DEDE56-3099-985C-06AF-65B5B76CC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63893" y="5334295"/>
            <a:ext cx="370262" cy="370262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0CFC1925-88F5-95AA-F717-B3DA638AF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04259" y="1882588"/>
            <a:ext cx="370262" cy="370262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9F70F11A-EEF2-2864-C48B-085014966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79629" y="3026081"/>
            <a:ext cx="418410" cy="418410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B4FE78DF-7A21-3196-28F0-561899F02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79627" y="4208021"/>
            <a:ext cx="370262" cy="370262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27157203-83AC-5799-A17F-ED5B30C48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79627" y="5352805"/>
            <a:ext cx="370262" cy="370262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F41B5336-08BD-F14E-F0A8-837015D58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61878" y="1882588"/>
            <a:ext cx="370262" cy="37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5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72A3B-E2F8-8D5D-E4BC-E9FB5F64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Mobile Phone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968D71-BD03-4615-81B5-75D746A07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3472A6E-60B9-9D77-DE07-BEA99C951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132" y="1808351"/>
            <a:ext cx="409998" cy="40999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77DB560-A614-95E1-A32F-8C86987F5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084" y="2839515"/>
            <a:ext cx="334033" cy="33403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1EFB77B-B792-BF6D-898F-635B36427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912" y="3989536"/>
            <a:ext cx="334033" cy="33403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C8CDBE7-972E-E428-6483-81FCCBFC4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912" y="4935123"/>
            <a:ext cx="334033" cy="33403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CA13C5F-E4FA-E5C9-0B6A-4E36673CA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49" y="5968579"/>
            <a:ext cx="356990" cy="35699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C12C147-F831-2764-CC6C-3022155F0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0747" y="1839505"/>
            <a:ext cx="334033" cy="334033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78B6C6C1-4921-90CB-BFC0-D74A83BD0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2551" y="2824053"/>
            <a:ext cx="334033" cy="33403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F03276CE-98B4-376C-F4C3-EFB883550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9853" y="3943637"/>
            <a:ext cx="334033" cy="33403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0548E007-3B05-4DE1-D1E7-CCBC247A3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54825" y="4847597"/>
            <a:ext cx="375661" cy="37566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4FE67995-7CEE-A10D-37B5-9A51362A3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0747" y="5973240"/>
            <a:ext cx="334033" cy="33403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CE9DFEF0-5F0A-F8FF-86BC-449CB8FE6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15207" y="1827117"/>
            <a:ext cx="334033" cy="33403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F33E0F8-3236-77A6-40A6-CFEA03AC4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00925" y="2815112"/>
            <a:ext cx="334033" cy="33403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F608D5D7-D768-24ED-024D-0A276DE88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0925" y="3995338"/>
            <a:ext cx="334033" cy="33403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830BD436-5624-D920-428D-B55F0562E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68293" y="4838679"/>
            <a:ext cx="366520" cy="3665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8BEE3269-6CB8-F91C-7975-0508C5826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99051" y="5961941"/>
            <a:ext cx="334033" cy="334033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EFD0450D-070A-60FD-EDFB-294BEA977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51118" y="1827117"/>
            <a:ext cx="334033" cy="334033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FD08021E-A7ED-8D80-1D89-A6AA1F561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43944" y="2856209"/>
            <a:ext cx="334033" cy="33403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3A54A556-F60B-A4DD-E699-28DCDB761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31968" y="4866677"/>
            <a:ext cx="338523" cy="338523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8672EA83-08D9-4C04-8E8B-E9CD4F5AC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40470" y="6000947"/>
            <a:ext cx="334033" cy="334033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BE47EA57-7F7C-709E-1294-68738D660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30706" y="1827117"/>
            <a:ext cx="334033" cy="334033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D7AB9336-2305-667E-9EFB-87DDD2863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55868" y="2850254"/>
            <a:ext cx="334033" cy="334033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27A3D228-BF46-33ED-BCBA-4C2251F9D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45740" y="3960995"/>
            <a:ext cx="334033" cy="334033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1D15C62E-62F6-E206-ADAB-4F31D5F6F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42381" y="4880944"/>
            <a:ext cx="354488" cy="354488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E4A36D20-2A6C-FE8C-1D02-ED879961A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045740" y="6031993"/>
            <a:ext cx="334033" cy="334033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9ED48E69-B468-0820-F5F0-77DCD6C4E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51786" y="2926886"/>
            <a:ext cx="331152" cy="331152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1FFBC98E-6D8C-BCC4-269A-9F65BEE3A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206267" y="1840031"/>
            <a:ext cx="334033" cy="334033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806110FE-2862-729C-B9B2-303E5CFBA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01925" y="2872677"/>
            <a:ext cx="334033" cy="334033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0BE92679-AB88-E171-50A3-EE585A94F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139568" y="3960994"/>
            <a:ext cx="334033" cy="334033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D1A61208-FE99-E44F-1EDD-6FB8CD0DE0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26032" y="4744389"/>
            <a:ext cx="436307" cy="43630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5013A6EA-C9D8-D2BD-7CC5-21DD40154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27939" y="6032874"/>
            <a:ext cx="317512" cy="317512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EBBB70DB-ECFA-AF81-061F-C42B4E498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246328" y="1840031"/>
            <a:ext cx="334033" cy="334033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2FBE65CB-3179-C4B4-9FC3-143F82AC2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53140" y="2863216"/>
            <a:ext cx="334033" cy="334033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158779CC-A407-B473-AB1F-870B75C3C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220640" y="3944661"/>
            <a:ext cx="397071" cy="397071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EA91EB11-45A3-64E7-0509-25270462D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20640" y="4875578"/>
            <a:ext cx="334033" cy="334033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EEDA3BF4-2647-7995-0CAF-C6DFF3A96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246328" y="6031993"/>
            <a:ext cx="334033" cy="334033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0027C9AD-EFB6-BDC2-58B0-899A1FC25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370155" y="1903250"/>
            <a:ext cx="331152" cy="331152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39A8FEC8-5CEF-7093-065C-78F04E1AC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43944" y="3954307"/>
            <a:ext cx="334033" cy="334033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006A7E27-C489-F7B4-F913-3E0D66AD26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357279" y="3889492"/>
            <a:ext cx="402096" cy="402096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E9E27B2B-ACFC-2B64-7D11-D655E8063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02984" y="4856997"/>
            <a:ext cx="402096" cy="402096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600DF952-B6D8-9BC5-2011-2D792CFCD0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299482" y="5959307"/>
            <a:ext cx="402096" cy="402096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2633465A-9685-71F6-BB22-82D7AE497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313027" y="1826799"/>
            <a:ext cx="402097" cy="402097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E82EFB09-1261-163C-2866-62418D0C8F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345701" y="2893245"/>
            <a:ext cx="357997" cy="357997"/>
          </a:xfrm>
          <a:prstGeom prst="rect">
            <a:avLst/>
          </a:prstGeom>
        </p:spPr>
      </p:pic>
      <p:pic>
        <p:nvPicPr>
          <p:cNvPr id="95" name="Gráfico 94">
            <a:extLst>
              <a:ext uri="{FF2B5EF4-FFF2-40B4-BE49-F238E27FC236}">
                <a16:creationId xmlns:a16="http://schemas.microsoft.com/office/drawing/2014/main" id="{48DE7A77-AF08-1A07-B7ED-AB6EF0D73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370943" y="3984418"/>
            <a:ext cx="402096" cy="402096"/>
          </a:xfrm>
          <a:prstGeom prst="rect">
            <a:avLst/>
          </a:prstGeom>
        </p:spPr>
      </p:pic>
      <p:pic>
        <p:nvPicPr>
          <p:cNvPr id="97" name="Gráfico 96">
            <a:extLst>
              <a:ext uri="{FF2B5EF4-FFF2-40B4-BE49-F238E27FC236}">
                <a16:creationId xmlns:a16="http://schemas.microsoft.com/office/drawing/2014/main" id="{1D4CBCA4-3027-BAA8-95E3-E06DF9749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410945" y="5000254"/>
            <a:ext cx="402096" cy="402096"/>
          </a:xfrm>
          <a:prstGeom prst="rect">
            <a:avLst/>
          </a:prstGeom>
        </p:spPr>
      </p:pic>
      <p:pic>
        <p:nvPicPr>
          <p:cNvPr id="99" name="Gráfico 98">
            <a:extLst>
              <a:ext uri="{FF2B5EF4-FFF2-40B4-BE49-F238E27FC236}">
                <a16:creationId xmlns:a16="http://schemas.microsoft.com/office/drawing/2014/main" id="{74796D53-72C9-960A-D25B-CCC291A713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504752" y="6037183"/>
            <a:ext cx="402096" cy="402096"/>
          </a:xfrm>
          <a:prstGeom prst="rect">
            <a:avLst/>
          </a:prstGeom>
        </p:spPr>
      </p:pic>
      <p:pic>
        <p:nvPicPr>
          <p:cNvPr id="101" name="Gráfico 100">
            <a:extLst>
              <a:ext uri="{FF2B5EF4-FFF2-40B4-BE49-F238E27FC236}">
                <a16:creationId xmlns:a16="http://schemas.microsoft.com/office/drawing/2014/main" id="{887524B9-6F3A-43E5-00A9-9CF4E0E8C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416481" y="1826799"/>
            <a:ext cx="402096" cy="402096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12A36661-3F3A-70E0-30D0-34B6CEDC4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80876" y="2907419"/>
            <a:ext cx="357997" cy="357997"/>
          </a:xfrm>
          <a:prstGeom prst="rect">
            <a:avLst/>
          </a:prstGeom>
        </p:spPr>
      </p:pic>
      <p:pic>
        <p:nvPicPr>
          <p:cNvPr id="107" name="Gráfico 106">
            <a:extLst>
              <a:ext uri="{FF2B5EF4-FFF2-40B4-BE49-F238E27FC236}">
                <a16:creationId xmlns:a16="http://schemas.microsoft.com/office/drawing/2014/main" id="{3D95F6E2-74D0-1694-750D-0F70853EE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387859" y="3982603"/>
            <a:ext cx="402096" cy="402096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91959116-D6F6-525C-2766-C9D52E2D2C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413712" y="5035148"/>
            <a:ext cx="367202" cy="3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65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105AF-53CE-B83B-0F9F-17243C55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Tablets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07EDD9-0AA6-460C-839F-F8A6073FD0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A274544-C1DC-9DF7-E7DF-0D7E638F1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959139"/>
            <a:ext cx="387422" cy="38742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C2C2038C-9F81-964A-731C-B4EA54867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04" y="3073706"/>
            <a:ext cx="340577" cy="34057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D99E85E-7D79-513E-3834-F541713AA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704" y="4312959"/>
            <a:ext cx="340577" cy="34057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9C571D7-118C-C40F-F7F9-2E6DEF6A5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0280" y="4312959"/>
            <a:ext cx="340577" cy="34057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C490B03-818F-21CF-5C69-568B38344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2371" y="1918674"/>
            <a:ext cx="340577" cy="34057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3AACDAB-204A-E14A-E2AB-6F2121B16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2371" y="3073706"/>
            <a:ext cx="340577" cy="34057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A6737FFB-5766-6E18-4949-431069413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1455" y="3100596"/>
            <a:ext cx="340577" cy="34057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3E8E13E-3FEC-5C89-6975-7B6D1AAE6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5571" y="4312959"/>
            <a:ext cx="340577" cy="340577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DBF9D647-AF7C-D391-57CD-561FD8931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1753" y="1871830"/>
            <a:ext cx="387421" cy="38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36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8849B-CDED-F75B-59EC-BD30B243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Smart</a:t>
            </a:r>
            <a:r>
              <a:rPr lang="pt-BR"/>
              <a:t> Devices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5FFCEF-FD68-23FC-A072-8DC2A4BCF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583A885-6C5E-A655-9629-76D68AD21E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76008"/>
            <a:ext cx="384593" cy="38459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C78B52F6-CEF9-8CA1-70DA-3DA37AFC2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748" y="3110762"/>
            <a:ext cx="384593" cy="38459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736DDA7-090C-E3BE-3EDD-C386B4DC9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55" y="4509587"/>
            <a:ext cx="384593" cy="38459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91036D5-FAB1-DA4C-4B4C-2B6A8A407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748" y="5720787"/>
            <a:ext cx="384593" cy="38459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051CE3A-A4D1-B9D1-9EDA-AE5D2DCDC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78167" y="1876008"/>
            <a:ext cx="384593" cy="384593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5DB2FDA-9769-F143-C3CC-956F04222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4652" y="3094916"/>
            <a:ext cx="384593" cy="384593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4360895A-ED27-7022-2871-E47E8C90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0704" y="4472904"/>
            <a:ext cx="384593" cy="38459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E8555509-5800-FC17-D0E5-59BF34142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0704" y="5736633"/>
            <a:ext cx="384593" cy="38459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2AEBC1A-0A5B-65E3-773E-FB75DFEECF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2904" y="1876008"/>
            <a:ext cx="384593" cy="384593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B6223926-9254-66BD-C9D1-6417C7C554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2904" y="3097203"/>
            <a:ext cx="384593" cy="38459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E0DCFB73-7505-7706-9194-EBC085756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92904" y="4469445"/>
            <a:ext cx="384593" cy="38459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632BDF88-B69A-F84E-525E-8B12C3FF9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92904" y="5720787"/>
            <a:ext cx="384593" cy="38459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715B4F20-007A-7DB1-F0E3-8D5F6721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02322" y="1876008"/>
            <a:ext cx="384593" cy="38459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4FECA608-2147-82DF-6978-D5231377C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02322" y="3161758"/>
            <a:ext cx="384593" cy="384593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AECEC3C-45A8-557C-BDE5-741F93B99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6966" y="4509587"/>
            <a:ext cx="384593" cy="384593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86B2EF6E-68E4-326E-9FA7-54F6E8A77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6966" y="5672399"/>
            <a:ext cx="384593" cy="384593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C3F2D700-6E04-8A4B-521F-7719679AC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44085" y="1909020"/>
            <a:ext cx="384593" cy="384593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235E0629-ED8E-9E2C-735E-FA494F980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44085" y="3161667"/>
            <a:ext cx="384593" cy="38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47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35E8C-FC12-2FB2-1A6B-F894E15E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Video</a:t>
            </a:r>
            <a:r>
              <a:rPr lang="pt-BR"/>
              <a:t> Meeting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A92E5E-3EE3-1C9A-3C4D-F70FB38F2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3F816A8-E7DE-F76E-C94B-BD0D6CCA1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07285"/>
            <a:ext cx="347941" cy="347941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338D72D-491D-B141-A201-2CF99FBB1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630" y="2906388"/>
            <a:ext cx="347941" cy="34794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9890CFD-98AF-4AB0-25B6-03647B4DC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630" y="4041145"/>
            <a:ext cx="347941" cy="34794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684EAF7-9D90-91F9-5456-95D38BC8F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894" y="5175902"/>
            <a:ext cx="347941" cy="347941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208CB11A-7244-BC1B-1A9B-F4C7B85BF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9652" y="1807285"/>
            <a:ext cx="347941" cy="34794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49D4D24F-C910-A947-1C8F-2760A3733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9652" y="2906388"/>
            <a:ext cx="347941" cy="347941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1876972B-9DF1-39F1-F457-F2BFB6FD9E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69652" y="4002817"/>
            <a:ext cx="389299" cy="38929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2946B569-8DB6-DD04-4FC8-56C27AA5C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2604" y="5140604"/>
            <a:ext cx="389298" cy="389298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5DD1D89-067C-CD7C-0AD5-38A7C294F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96618" y="1807285"/>
            <a:ext cx="347941" cy="34794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EC39B734-3DDC-282B-C01B-0DE627C8A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6618" y="2858819"/>
            <a:ext cx="347941" cy="34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76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50D3-4833-ED7E-E212-40A9FC0D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Selection</a:t>
            </a:r>
            <a:r>
              <a:rPr lang="pt-BR"/>
              <a:t> Cursor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BA2B7F-C294-AACC-980D-E89559BA7E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C9B5722-7799-9122-0204-FCC007028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628" y="1913448"/>
            <a:ext cx="303456" cy="303456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A7AC2303-85C8-C720-6B9A-5236D9634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903" y="3067393"/>
            <a:ext cx="303456" cy="30345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6BAF5B8-C3DA-39A2-F905-E51C0C5C5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237756"/>
            <a:ext cx="303456" cy="30345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574419A-04C8-3BF2-02B0-E7946F860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487412"/>
            <a:ext cx="303456" cy="303456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CCB77F2-0D61-79C9-1C83-1D47E62FD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1667" y="1909042"/>
            <a:ext cx="303456" cy="30345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0C0B51E3-00BA-2948-79D2-932989519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1529" y="3009441"/>
            <a:ext cx="303456" cy="303456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9B992CFF-B695-6A5C-6186-A3F6F0B09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4762" y="4233350"/>
            <a:ext cx="303456" cy="303456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0088385-1B9E-CAAC-1AB6-5B2A6C7FD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9138" y="5487412"/>
            <a:ext cx="303456" cy="303456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D158B2EE-2346-BD82-59A3-5F87DA6123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02133" y="1896753"/>
            <a:ext cx="303456" cy="303456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7E1C4D8-7713-45FC-90A2-CC7D3F1E4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76670" y="3022270"/>
            <a:ext cx="303456" cy="303456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836A2871-8F8B-80B1-04DB-BC1EF00BE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0904" y="4233350"/>
            <a:ext cx="303456" cy="303456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E6FDB422-51FE-5BE7-C53B-855F1F487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79617" y="5410254"/>
            <a:ext cx="303456" cy="303456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B63AA30F-2DF3-BF97-1E4C-CDD12810D2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88324" y="1943375"/>
            <a:ext cx="303456" cy="303456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85E457F2-CA5B-5761-C944-5206A152D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88324" y="3034816"/>
            <a:ext cx="303456" cy="303456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71E06E1D-C8A1-E12F-B4A3-7A84468C2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44570" y="4258725"/>
            <a:ext cx="303456" cy="303456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DF86605F-161A-60BE-D243-F3B43308F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75309" y="5378225"/>
            <a:ext cx="335484" cy="33548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11E8BF16-F448-B917-51F5-1667DEFD7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4841" y="1921074"/>
            <a:ext cx="303456" cy="303456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BF84073B-9F93-0499-0BA5-5B9E99E60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84841" y="3091437"/>
            <a:ext cx="303456" cy="303456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DA5F18B4-FBE4-C20B-19DF-4B2AF15F1A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64339" y="4233350"/>
            <a:ext cx="303456" cy="303456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8F01C12A-2D04-3C23-894B-3178E53E5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47132" y="5411683"/>
            <a:ext cx="320893" cy="327401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B2C875E3-F81F-2F36-7D8B-B7B60BDA8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57297" y="1909042"/>
            <a:ext cx="303456" cy="303456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7376700F-84DF-AA97-9FB0-95E819304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68325" y="3062987"/>
            <a:ext cx="303456" cy="303456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D3EA1D60-846F-3443-2F6E-9137A8CFF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05805" y="4233350"/>
            <a:ext cx="303456" cy="303456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8A33BC29-D0C2-40C1-DE07-CA523C5E5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91987" y="5425324"/>
            <a:ext cx="332392" cy="339134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FB393D8A-F52F-FE39-85D0-6E25CC2AF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87147" y="1909042"/>
            <a:ext cx="303456" cy="303456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616E85D1-EDD4-7AC6-EF40-B1BABA123F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31771" y="3146332"/>
            <a:ext cx="303456" cy="303456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0F15AD8C-AFB6-57D5-D894-F89DB7EE9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90094" y="4233350"/>
            <a:ext cx="303456" cy="303456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D1632EEE-2FDC-6209-30FD-2AC712CDA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00193" y="5487411"/>
            <a:ext cx="297423" cy="303456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F68603D1-D837-29B5-D60C-BDA08E5B9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32601" y="1921074"/>
            <a:ext cx="303456" cy="303456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666FF026-F775-6D8C-DEF2-51A196261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714249" y="3125544"/>
            <a:ext cx="303456" cy="303456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06E84758-C95B-10D0-CB35-5835BDD28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717196" y="4233350"/>
            <a:ext cx="303456" cy="303456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CA9AF18A-7337-31A7-D9D3-1DB265F82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27295" y="5519857"/>
            <a:ext cx="297423" cy="3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26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9D6B0-0DD6-B7CD-97A4-8DB791BC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Navigations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028BC9-77DD-B079-F8EE-C469D99C98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26D4452-C022-2FC6-7BC3-D880A8A56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37781"/>
            <a:ext cx="327157" cy="32715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8B22063-A02A-1055-9870-399A93513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2847042"/>
            <a:ext cx="365609" cy="36560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F4A016E-DE85-B3C9-70A9-553FCCCA6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233" y="3996017"/>
            <a:ext cx="327157" cy="32715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E58D1FC-59E4-6A7E-FB2E-F99717572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013138"/>
            <a:ext cx="327157" cy="32715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DF03FEA-7586-F2CE-E1FF-39FFCFCA6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1479" y="1840522"/>
            <a:ext cx="327157" cy="32715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858E79A-D7DF-58BC-15D3-7A1616216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7606" y="2874725"/>
            <a:ext cx="327157" cy="32715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22D7B58C-3096-7A46-A68B-CEDBBE129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3663" y="3996017"/>
            <a:ext cx="327157" cy="32715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D56E0B84-24D2-3F3A-8088-15083D6E5F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1479" y="5013138"/>
            <a:ext cx="327157" cy="327157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04F9DF51-50D9-EC59-95B6-8D1F7DECD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1209" y="1837781"/>
            <a:ext cx="327157" cy="327157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BBD02DBD-239B-2C91-E0F5-E1AFA83E5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3393" y="2899946"/>
            <a:ext cx="327157" cy="32715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5E7644A4-5D92-924F-B55E-FF69ADF6D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23393" y="3967341"/>
            <a:ext cx="327157" cy="327157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7E99BE50-62B2-EC58-5191-59151E5CC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1209" y="5013138"/>
            <a:ext cx="327157" cy="327157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10368337-7F4F-0587-7AA2-F5445EF69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56068" y="1837781"/>
            <a:ext cx="327157" cy="327157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61819B49-A1A0-7E23-F901-65E1761B0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58252" y="2899946"/>
            <a:ext cx="327157" cy="327157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454CAB73-6D77-1BDD-9AAA-68A9E5CC5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58252" y="3996017"/>
            <a:ext cx="327157" cy="327157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0E085479-3625-BF70-8EB2-86C17250A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15963" y="5013138"/>
            <a:ext cx="327157" cy="327157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E5D0FC9A-21F3-B932-2B9C-E8CA2E543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2901" y="1849547"/>
            <a:ext cx="327157" cy="327157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278AF5F2-A713-4E09-3EA2-F10CF9266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12901" y="2867434"/>
            <a:ext cx="327157" cy="327157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2F198482-25C1-B682-75F6-32B7317B4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90903" y="5075943"/>
            <a:ext cx="327157" cy="327157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E8480BAB-6CFA-EF8B-6F93-A261CA9B9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12901" y="3898443"/>
            <a:ext cx="327157" cy="327157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AD814BC3-06FE-08D0-7342-F25DF334B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52958" y="1840390"/>
            <a:ext cx="337737" cy="337737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A113768D-B87B-9AC0-9C7A-4D6262AA1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98711" y="2867163"/>
            <a:ext cx="355206" cy="355206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58CB9EE6-6DB7-07BB-08A2-F2616E719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75190" y="3996018"/>
            <a:ext cx="305422" cy="305422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947227CD-1FDC-3B67-4269-317C42857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35117" y="5039051"/>
            <a:ext cx="327157" cy="327157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28FEAF24-BE0C-FE98-640B-A3A112F41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88460" y="1886545"/>
            <a:ext cx="327157" cy="327157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2E217ECD-19A9-4395-9E0F-DB27546C7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88460" y="2894385"/>
            <a:ext cx="327157" cy="327157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F6BB657F-4E4C-2DAA-A8EB-7B888813F0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788460" y="3997611"/>
            <a:ext cx="327157" cy="327157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7D7663D0-0378-063D-E6DF-ECC347D6D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38817" y="4951433"/>
            <a:ext cx="327157" cy="327157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13EFE3AF-26AD-6A8E-3B6A-F30D5E4DC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669371" y="1850216"/>
            <a:ext cx="327157" cy="327157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AD617087-55F2-2A70-BD52-438FCF4D6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660611" y="2885027"/>
            <a:ext cx="336479" cy="336479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AA1F6BCA-1418-21CD-E98C-B4C484963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648247" y="4019867"/>
            <a:ext cx="327157" cy="327157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A925E830-F706-B874-8902-87EC543C7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655476" y="5014689"/>
            <a:ext cx="327157" cy="32715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1EAE9741-AB9E-F353-C8B8-0ABE3DCF9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386942" y="1849547"/>
            <a:ext cx="383254" cy="383254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36D0E589-B499-97A7-EE31-1999B4EAB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453442" y="2854201"/>
            <a:ext cx="355206" cy="355206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233C2CE3-C538-AD1F-CD25-54FCD5BE6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386942" y="3996017"/>
            <a:ext cx="403540" cy="403540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68B6CD5C-8B1E-6853-F68C-502FB1B27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370128" y="4957807"/>
            <a:ext cx="388014" cy="38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53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862F3-9D95-4E47-04C2-8EAC8CDB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Content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1FAC68-DD8D-B76F-69A3-728DA76BD9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337A702-3FC6-698E-0378-CE76A2BEF2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593" y="1849783"/>
            <a:ext cx="289634" cy="289634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DB8C37E-4C08-F1BA-CAB8-D7DD5E142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593" y="2969318"/>
            <a:ext cx="289634" cy="289634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B3EFACE-3FB7-201A-9A15-370BE8DE7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593" y="4088853"/>
            <a:ext cx="289634" cy="28963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865D396-EBC9-4272-0EE5-0069CB68C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593" y="5208388"/>
            <a:ext cx="289634" cy="289634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EE5E169-5811-354E-E6EC-BDC4C9873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593" y="6165353"/>
            <a:ext cx="312966" cy="31296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93D43B54-AC8D-1CD5-520D-1A7844523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9035" y="1849783"/>
            <a:ext cx="289634" cy="28963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891D9A93-E5A1-170A-50E7-69D9FF6CB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9035" y="2969318"/>
            <a:ext cx="289634" cy="289634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F758E9E-FBFB-33E7-A166-83D433FBE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69035" y="4098322"/>
            <a:ext cx="289634" cy="289634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0CA4498-981F-9122-CEF4-082854C3F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69035" y="5184325"/>
            <a:ext cx="289634" cy="289634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453454E3-6DA0-60FC-E83E-E85542F7E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69035" y="6165353"/>
            <a:ext cx="312966" cy="312966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90F80C6-E07E-01DE-EF37-82D80E0B0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80477" y="1849783"/>
            <a:ext cx="289634" cy="289634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9DCCDBBD-3B61-4C0F-79C2-F1B4D3C11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80477" y="2969318"/>
            <a:ext cx="289634" cy="289634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D76E43BC-57D2-F157-5242-59D718C6C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36887" y="4088853"/>
            <a:ext cx="289634" cy="289634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BBA57CC9-CDA0-ABFD-659E-040CE2122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36887" y="5269956"/>
            <a:ext cx="289634" cy="289634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02AA0614-66B6-9F4B-80E2-143BA89C47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36887" y="6220466"/>
            <a:ext cx="312966" cy="312966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1AFC208B-4A74-A75C-AB63-D9D27CDF5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42732" y="1859924"/>
            <a:ext cx="289634" cy="28963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995313D-0765-EDCC-BEB1-9D17A381C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42732" y="2971450"/>
            <a:ext cx="289634" cy="289634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F821CC51-2219-EBBE-5BCB-5841B52FB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42732" y="4100454"/>
            <a:ext cx="289634" cy="289634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A6B3954F-D095-0EC7-83D7-366BB0060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42732" y="5186457"/>
            <a:ext cx="289634" cy="289634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99D60975-2C85-8E18-AFE5-7DFB8EF23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42732" y="6134771"/>
            <a:ext cx="312966" cy="312966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75D6C08D-441F-7DD0-8DB6-83B2D2914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03361" y="1857792"/>
            <a:ext cx="289634" cy="289634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B70F07E6-3068-3CC0-EC6B-31465CD70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53212" y="2881778"/>
            <a:ext cx="289634" cy="289634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82883C29-1CB5-B51E-DA33-44775C363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94684" y="4091081"/>
            <a:ext cx="289634" cy="289634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06CADABF-301E-4147-D749-3677B4F25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103361" y="5184325"/>
            <a:ext cx="289634" cy="289634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1BF782E7-31D5-4BE1-AFF2-D23721BA6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79298" y="6158103"/>
            <a:ext cx="289634" cy="289634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B52C9A63-0D3C-3064-94D9-03BBEF3B5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66679" y="1829097"/>
            <a:ext cx="289634" cy="289634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B83FB2BA-9BFF-110A-8E3B-978437FF1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66679" y="2930308"/>
            <a:ext cx="289634" cy="289634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6E86DDD6-CADC-9618-AC1D-4E582A92D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14803" y="4088853"/>
            <a:ext cx="289634" cy="289634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20D9BF1B-D3C7-59A3-217A-064FEF427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414803" y="5237242"/>
            <a:ext cx="289634" cy="289634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B5B971A6-EF3C-DA29-D37B-9426B5B70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407777" y="6165353"/>
            <a:ext cx="312966" cy="312966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55FBA9FC-1075-48DD-71F0-F2A138100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20648" y="1829097"/>
            <a:ext cx="289634" cy="289634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F93ACAA9-E522-BFD8-9447-10B77543F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620648" y="3002504"/>
            <a:ext cx="289634" cy="289634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8EAE2C1F-A8DE-AB58-7058-C1CB03B00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20648" y="4119008"/>
            <a:ext cx="289634" cy="289634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0ED65EA5-2C00-7664-86AE-F9D7B57A0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620648" y="5208388"/>
            <a:ext cx="289634" cy="289634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B22092D7-A6CF-6290-128E-862549C9C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585214" y="6165353"/>
            <a:ext cx="312966" cy="312966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15FCEFE1-5CD1-A988-E01F-0B26C8248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785360" y="1837801"/>
            <a:ext cx="289634" cy="289634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1110F209-41A6-015C-F53E-C316CB115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874617" y="3032841"/>
            <a:ext cx="289634" cy="289634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9926C675-473B-395B-450C-C6E1306F3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785360" y="4122001"/>
            <a:ext cx="289634" cy="289634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6FBC7EB6-3AD9-4C09-06F1-81A667E54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833482" y="5196406"/>
            <a:ext cx="289634" cy="289634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C2257548-C523-37FA-2494-20F98A1D3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781349" y="6146121"/>
            <a:ext cx="289634" cy="289634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D7E33AC3-12BC-6834-5322-7E83C8947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005896" y="1829097"/>
            <a:ext cx="289634" cy="289634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8C26B45C-CE29-BC62-27FF-52A2D35756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036641" y="2969610"/>
            <a:ext cx="289634" cy="289634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77F575F4-1EDA-C54E-5F77-E5061F1BB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081088" y="4088102"/>
            <a:ext cx="289634" cy="289634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F3A948A5-D78C-8C1E-38ED-91695A3A4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033970" y="5121398"/>
            <a:ext cx="289634" cy="289634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14C24519-A039-B909-478B-80C61F104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102140" y="6123772"/>
            <a:ext cx="289634" cy="28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9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52435-1205-C11F-B0DE-B8590C64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Vote Rewards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A551CF-8141-E728-FC75-06AD277CB2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6C44AFF-0EBA-6C60-48E8-CF14494AC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79510"/>
            <a:ext cx="353923" cy="353923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1EA4A11-8AD1-F9D1-63FF-7156038B6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388" y="3012296"/>
            <a:ext cx="335338" cy="33533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BDDE89B-0A57-6BC5-8BAB-E60A157D3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389" y="4170618"/>
            <a:ext cx="323270" cy="32327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A9118F7-218B-B5E1-D27B-C2464A189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714" y="5367332"/>
            <a:ext cx="323270" cy="32327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FBF6A6A4-40F5-1176-EA2F-FD4247481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5981" y="1874415"/>
            <a:ext cx="323240" cy="32324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D12026F-6343-7C80-21B2-381FA1DF7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80697" y="3024393"/>
            <a:ext cx="323240" cy="32324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C5032E0-83CD-77EE-C769-0F57E78B3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2567" y="4082196"/>
            <a:ext cx="323240" cy="32324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0F1E504C-AC91-0EBE-5589-BF6975314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95313" y="5363071"/>
            <a:ext cx="320073" cy="32007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E171C9A-73CE-A10B-5C3A-86705A6A4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71317" y="1838638"/>
            <a:ext cx="323240" cy="32324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8971A716-DDC3-AD84-12F7-D7CB78170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9131" y="3024392"/>
            <a:ext cx="323240" cy="32324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D2DDBB8D-EA72-1EFF-EA20-875BBB8CD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59236" y="4073017"/>
            <a:ext cx="323240" cy="32324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6D9595BA-416E-8E13-55E4-60EEBBDE4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56576" y="5367361"/>
            <a:ext cx="323240" cy="32324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F6700091-F8D5-F2B9-34CA-2E773B9EE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64105" y="1863188"/>
            <a:ext cx="323240" cy="32324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EA5C888F-A3D7-B6EA-66AB-7DA4909EE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64105" y="2995260"/>
            <a:ext cx="323240" cy="32324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B7D0BE00-9C3F-8396-E99A-5781C84FC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64105" y="4185493"/>
            <a:ext cx="323240" cy="32324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BD4A27B7-2EF1-9528-4784-D9B5D00D8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29243" y="5367361"/>
            <a:ext cx="323240" cy="32324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8338400C-21E0-7780-E7C5-A767C0AD5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90844" y="1861581"/>
            <a:ext cx="323240" cy="323240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74F4E19D-7624-C4DE-E2D0-E4C9D5549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18918" y="3021649"/>
            <a:ext cx="323240" cy="323240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7B1FBDD0-FB64-D39E-2D2F-1DA0F3C3E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30949" y="4278978"/>
            <a:ext cx="323240" cy="323240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A614BB87-3D27-5A56-741A-CB5084C4E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90844" y="5359904"/>
            <a:ext cx="323240" cy="32324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28DD59C3-E0FA-F72D-7588-7BE9A421B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63326" y="1861934"/>
            <a:ext cx="323240" cy="323240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1E967BB0-708E-0384-3579-442210F73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32117" y="2998132"/>
            <a:ext cx="323240" cy="323240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8D38B11E-67B8-9E0D-6DF5-5E9F3F71E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04993" y="4278978"/>
            <a:ext cx="323240" cy="323240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C8EA3660-F7B2-4AD7-8FDD-8BFFAF774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10781" y="5367361"/>
            <a:ext cx="323240" cy="323240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0FE46D82-4526-43FE-2AFE-DAE177FBB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535808" y="1863188"/>
            <a:ext cx="323240" cy="32324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D2E5D03D-33A4-87B3-9705-1483C8416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35808" y="3021649"/>
            <a:ext cx="323240" cy="323240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1A34C6E9-2632-69E3-9489-3E4564A9E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35808" y="4185493"/>
            <a:ext cx="323240" cy="32324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BF2EB09D-36B0-F9C4-91F0-47C62EE41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35808" y="5298066"/>
            <a:ext cx="323240" cy="323240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0B8D5951-942E-21E9-4B32-F77F1D2F1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592744" y="1910193"/>
            <a:ext cx="323240" cy="323240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00E8EBA3-CB9E-5EA0-5047-F1BAD2E33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633823" y="3021649"/>
            <a:ext cx="323240" cy="323240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5488A51B-5A03-E2BC-329F-D634C4074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24828" y="4185493"/>
            <a:ext cx="323240" cy="323240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8D7671D4-3EF2-4084-0EF3-EAC131FDC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624828" y="5342740"/>
            <a:ext cx="323240" cy="323240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651C50C4-E677-CEEC-06A2-3DFC788C9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596250" y="1831181"/>
            <a:ext cx="323240" cy="323240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3BEDD5B4-7D6F-52B9-8C49-09BF92EA2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596250" y="3079183"/>
            <a:ext cx="323240" cy="323240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023A5518-6C49-A9CC-9317-1FE4A83A5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96250" y="4178036"/>
            <a:ext cx="323240" cy="323240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F68E654-34FC-256C-2623-48C667327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578756" y="5359904"/>
            <a:ext cx="323240" cy="323240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30BF7DCD-17D5-9229-289F-73FC1C967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585564" y="1874251"/>
            <a:ext cx="323240" cy="323240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D07B7A9F-C81D-5E25-EFE6-2711FC423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495804" y="3091215"/>
            <a:ext cx="323240" cy="323240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7FA5A7C3-3B78-AD9F-7112-E8228795D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95804" y="4176350"/>
            <a:ext cx="323240" cy="323240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0FB55E3D-1F25-0710-C71E-9BF9D1A7F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95804" y="5359904"/>
            <a:ext cx="323240" cy="3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76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666A5-2296-D23C-B64A-9A334346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Locks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1303F3-0E50-81E9-FB7B-4857FC03AF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A8BDEFF-B43A-9FC9-06CF-F17156239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2049592"/>
            <a:ext cx="386575" cy="38657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CB56DAC-E726-FBC1-3CC1-5838DC5B6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399954"/>
            <a:ext cx="386575" cy="38657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9DFA09D4-0C8B-902A-24ED-0F2F9AE74B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762348"/>
            <a:ext cx="386575" cy="38657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D4E8F64-8763-CAE1-1E04-E5AF6FCA9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7494" y="4754341"/>
            <a:ext cx="443654" cy="443654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A95C9FA-A6AA-04AB-EDC2-B726C9654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1631" y="2037560"/>
            <a:ext cx="386575" cy="38657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555D25FF-03D0-DFBB-CC68-11A074353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58480" y="3429594"/>
            <a:ext cx="386575" cy="386575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BAAAC15-91D4-1975-E48C-3570D307E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5911" y="3429594"/>
            <a:ext cx="386575" cy="386575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80A6053F-1916-CFD5-15B3-D12E0CDAC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3768" y="4753574"/>
            <a:ext cx="444306" cy="444306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C94A1DB-B9B0-131B-428D-01A230010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3768" y="2049592"/>
            <a:ext cx="386575" cy="3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74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15A65-6846-558B-1B64-87108CEA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Share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A2C878-DB9B-C31F-AB73-EF3B5C77A6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9DBF0E3-B3E8-A92C-D27F-5A7483E1BC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71830"/>
            <a:ext cx="292808" cy="29280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4793893-E046-1A4A-111F-52E71B6B3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234224"/>
            <a:ext cx="292808" cy="29280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84EBE87-2DA4-3431-2275-4F6F17D341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028" y="3263864"/>
            <a:ext cx="292808" cy="292808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90AA340-DF9C-DF90-0D61-AF81B99B3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5827" y="4529783"/>
            <a:ext cx="292808" cy="29280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FEF2617-1570-075C-C15E-20243F21D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5154" y="1871830"/>
            <a:ext cx="292808" cy="292808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6E2F2FE-FA81-0A98-6A2A-BF0694500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0659" y="3234224"/>
            <a:ext cx="292808" cy="2928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DA8274F-66E7-1EFA-A87D-586E601F3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049" y="4498683"/>
            <a:ext cx="292808" cy="292808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A77B34B2-AF0A-0654-343C-071254200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8048" y="4498683"/>
            <a:ext cx="292808" cy="292808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211258E-1B25-C060-ECB8-C0E12ADEB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71923" y="1871830"/>
            <a:ext cx="292808" cy="292808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E316A70E-7D9F-8964-0545-333CF6BF9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35827" y="3263864"/>
            <a:ext cx="292808" cy="29280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2CB45943-C755-B0FB-AF9F-E5C71628E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3123" y="4529783"/>
            <a:ext cx="292808" cy="292808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0FC145BA-5A0B-94E2-97EC-EE0818334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1049" y="5962544"/>
            <a:ext cx="292808" cy="292808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299EC7D8-AA1A-65D7-96B8-B54B4E8A0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36028" y="1871830"/>
            <a:ext cx="292808" cy="2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43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D449C-5B38-0DBA-37AE-D1738EF8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Interface Feedback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4A4E54-A44A-2F3E-3373-70DDB571C3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3AFA155-A8DB-CCC9-2743-E6F0E20AE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061" y="1754896"/>
            <a:ext cx="399680" cy="3996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99FAADC6-463F-848D-7E74-318A6C8EC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41444"/>
            <a:ext cx="399680" cy="39968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8F19E88-9809-EE92-39B0-80ED69C99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235841"/>
            <a:ext cx="399680" cy="39968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1CD2868-D132-53BD-3589-07E46A9C1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7311" y="4235842"/>
            <a:ext cx="399680" cy="39968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CA5A00F7-A763-1FB0-AA54-3F70D6D01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18030" y="1754896"/>
            <a:ext cx="399680" cy="39968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A151149-8EE3-C45D-7E1C-221AD35BF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1988" y="3025448"/>
            <a:ext cx="399680" cy="39968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CBD93716-3535-71FD-D8F5-1DC54FED5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1988" y="4235842"/>
            <a:ext cx="399680" cy="39968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DF98884-7F31-4EAB-DE92-6C9AE21C7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050" y="5506394"/>
            <a:ext cx="399680" cy="39968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E201EA5B-B55B-ED40-510B-3F1A9CA26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5104" y="1754896"/>
            <a:ext cx="399680" cy="39968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01881971-C8C1-BA6C-2E27-4F624F5CB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2926" y="2965290"/>
            <a:ext cx="399680" cy="39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94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97EAA-D982-58A6-1697-404600DA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Data </a:t>
            </a:r>
            <a:r>
              <a:rPr lang="pt-BR" err="1"/>
              <a:t>Transfer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250332-902C-CDDF-D7AE-5B4C0333A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3949BFE-92ED-C2BC-B8AF-15A92213C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272" y="1861840"/>
            <a:ext cx="323677" cy="32367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62E3B98-4B8E-BE04-8D19-99D2D017C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2934914"/>
            <a:ext cx="323677" cy="32367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FBCBDBD5-C582-CD74-4C81-6D28FAB757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675" y="3978554"/>
            <a:ext cx="323677" cy="32367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619CC3C9-AA93-0AD6-EC7F-E35B74451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675" y="5268536"/>
            <a:ext cx="323677" cy="32367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DD51AF31-94A1-59B3-85F1-3B8FDEB909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1625" y="1812677"/>
            <a:ext cx="360549" cy="360549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EE88D22-8103-3D85-CFDE-D1BC77D18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1625" y="2919387"/>
            <a:ext cx="360549" cy="36054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F7727577-744C-B86D-9D47-C790783E2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7506" y="3963027"/>
            <a:ext cx="360549" cy="36054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260BBA20-680E-55EA-B330-F3054D3AC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1625" y="5268676"/>
            <a:ext cx="360549" cy="360549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E0682AA2-AE86-E9EE-C15A-A28858531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0808" y="1827793"/>
            <a:ext cx="360549" cy="360549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710DA14B-7622-A18F-BC21-9465E63E87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9067" y="2929680"/>
            <a:ext cx="352253" cy="35225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DCAF827-2BA2-EEDE-764E-3AF8FCB5A2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3058" y="3966890"/>
            <a:ext cx="352253" cy="35225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5591EBA3-0B87-5284-1640-74CC76901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32707" y="5316643"/>
            <a:ext cx="360549" cy="360549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D8ACC72B-D946-FB96-23C8-3F243A48B7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7109" y="1764192"/>
            <a:ext cx="360549" cy="360549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D92C615D-9EFA-C300-3CC6-972CF3306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27109" y="2916079"/>
            <a:ext cx="360549" cy="360549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19C5D65C-0BB8-BE6A-0DCE-C6BC659DE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35130" y="3957075"/>
            <a:ext cx="360549" cy="360549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8FCEBA61-A9B2-1EB6-3497-DC4454CF87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35130" y="5247057"/>
            <a:ext cx="360549" cy="360549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98BA175C-F5B4-1DC0-3F58-C67FB41CD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08088" y="1776740"/>
            <a:ext cx="360549" cy="360549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5241F3BF-8F3A-DEE1-5E97-353E13EBA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708088" y="2928936"/>
            <a:ext cx="360549" cy="360549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3EEAB774-10E2-66A5-B146-5C86CAB68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08088" y="3927557"/>
            <a:ext cx="360549" cy="360549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9D3F3197-856E-9410-297B-A9A57C605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08088" y="5233206"/>
            <a:ext cx="360549" cy="360549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88C75762-3219-4D99-F8DB-DE2FD9FC61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98712" y="1833796"/>
            <a:ext cx="360549" cy="360549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97692332-C230-B8B5-F985-143C0A1FD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98712" y="2896962"/>
            <a:ext cx="360549" cy="360549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874027E5-7D26-FF81-9CD4-75EC9AFB9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93389" y="3935578"/>
            <a:ext cx="360549" cy="360549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4AAFA81A-37CC-41C2-3B8B-7BC395ADC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912586" y="5316643"/>
            <a:ext cx="360549" cy="360549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1F843160-2DE1-4786-A3F8-FD131AB35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133555" y="1803911"/>
            <a:ext cx="360549" cy="360549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69F33F86-9EDC-F9E9-D680-B05251CE2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148327" y="2898990"/>
            <a:ext cx="360549" cy="360549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4E6C0406-1457-304F-F783-0803719F0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148327" y="3913714"/>
            <a:ext cx="360549" cy="360549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E7424A13-1AB0-702D-7474-A4E8D1813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48327" y="5266330"/>
            <a:ext cx="360549" cy="360549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D5DAF899-5E2F-438E-2536-818E37DCF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338093" y="1794799"/>
            <a:ext cx="360549" cy="360549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1203569E-37BE-8E8D-9D1B-3826C063C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386851" y="2895487"/>
            <a:ext cx="360549" cy="360549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A056F2A7-5CE1-591E-3F45-88E5D4EE2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338094" y="3914240"/>
            <a:ext cx="360549" cy="360549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761BCB1A-6526-AEBB-98B2-6164A4895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386851" y="5184545"/>
            <a:ext cx="360549" cy="360549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A72F4864-F6DE-AC8C-CAC1-87E70B5248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607367" y="1734307"/>
            <a:ext cx="360549" cy="360549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F872AF33-20B1-0F47-9550-041CC6325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86955" y="2881474"/>
            <a:ext cx="383869" cy="383869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5495502B-539F-B3A9-1F37-004B52981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653857" y="3910605"/>
            <a:ext cx="360549" cy="360549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3F174B61-72D2-70D4-6140-2F6B3FCDD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73592" y="5268676"/>
            <a:ext cx="360549" cy="36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193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12C01-FAAB-3DEA-0655-940DB59F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Cloud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B52CBD-30DA-D993-3107-6693E64D92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3679FDC-7672-19ED-9BD0-8E21DB073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31" y="1694153"/>
            <a:ext cx="447885" cy="44788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66A8B7E-D7A8-43A8-9C14-623700FAD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2773566"/>
            <a:ext cx="447885" cy="44788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EBD9238-9B57-9295-A458-125B5BC36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6" y="3696105"/>
            <a:ext cx="447885" cy="44788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36D104D-7B4D-18B1-3145-13F8F39B7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91" y="4827689"/>
            <a:ext cx="447885" cy="44788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DBAFCAA9-7EF0-8898-3ED8-440054F69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191" y="5792684"/>
            <a:ext cx="447885" cy="44788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02B7DE13-DA8C-3763-1AA8-CADDCA7E3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9152" y="1763871"/>
            <a:ext cx="447885" cy="447885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F7394E2-8404-29E6-7020-A2D1DBEA7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4182" y="2788132"/>
            <a:ext cx="447885" cy="447885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DB9963A-0ACD-14C4-F4E6-A65428590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83767" y="3696105"/>
            <a:ext cx="447885" cy="44788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DC22FADF-0942-8FFB-1CFA-22CBF0949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8048" y="4827688"/>
            <a:ext cx="447885" cy="447885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38448BBD-68A5-76B6-0FF8-D08E95D6F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2324" y="5837004"/>
            <a:ext cx="447885" cy="447885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667866BB-59DE-F491-AF7F-99B99F0E0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02978" y="1763871"/>
            <a:ext cx="447885" cy="447885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709BFBE-DF85-4622-10C3-5DF03154B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24323" y="2776805"/>
            <a:ext cx="447885" cy="447885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82FBDC59-9DA7-3DDD-DAF1-59F24FB1D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58903" y="3754409"/>
            <a:ext cx="447885" cy="44788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3A9EB981-E16D-424D-9DAA-5070316E7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67928" y="4827688"/>
            <a:ext cx="447885" cy="447885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EE95E2E2-F94A-D15F-46CE-641CAF788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45191" y="5792684"/>
            <a:ext cx="447885" cy="447885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6231551A-F60B-8D3C-EA2F-AA88D5CA5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18812" y="1688810"/>
            <a:ext cx="516764" cy="51676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1D59EB08-CBCB-3AC9-309F-B5E6E4263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28624" y="2782125"/>
            <a:ext cx="447885" cy="447885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26D65A77-3DBA-95A6-BC32-388F7DBE1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39248" y="3754409"/>
            <a:ext cx="447885" cy="447885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CA1AAF9E-22ED-FFAF-D8E8-3748C4295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24711" y="4823461"/>
            <a:ext cx="447885" cy="447885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44FD0E91-7C4B-CF67-A76C-687B595F3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29891" y="5792684"/>
            <a:ext cx="447885" cy="447885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5BFA8050-5617-B110-3FBA-39631E4944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74549" y="1757689"/>
            <a:ext cx="447885" cy="447885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477F4E90-3671-F3FC-71B8-8485C47432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02352" y="5792684"/>
            <a:ext cx="447885" cy="447885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01166542-E8A2-D47A-7B67-1BED97DDB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10725" y="3754409"/>
            <a:ext cx="447885" cy="447885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93FB4053-60CE-A548-E76B-A1A57A8A8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714591" y="4830695"/>
            <a:ext cx="447885" cy="447885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A62D024D-A1DB-DA7D-0677-86CB118622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48068" y="5792684"/>
            <a:ext cx="447885" cy="447885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9F7A134B-2CD7-78AD-955D-3698C5924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110990" y="1824640"/>
            <a:ext cx="447885" cy="447885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B3F4AA18-1B98-6D08-FD4D-8C5523966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098487" y="2826740"/>
            <a:ext cx="447885" cy="447885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680C4A55-5A98-97D9-0849-C912EE10A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10990" y="3795964"/>
            <a:ext cx="447885" cy="447885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4FB1DE23-34DC-7666-B11F-A9FC2362F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098487" y="4823460"/>
            <a:ext cx="447885" cy="447885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B4C94E9F-C796-0CE0-2866-A74039FC06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740167" y="2782125"/>
            <a:ext cx="447885" cy="447885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3D9E2337-50B2-C9EB-BB55-29B811FD94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69677" y="1824639"/>
            <a:ext cx="447885" cy="447885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0493616D-2019-EBFE-A52B-90DF43218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438044" y="2826740"/>
            <a:ext cx="447885" cy="447885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7835A3C5-8ACF-54D4-2B24-E2063E7AC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469677" y="3889349"/>
            <a:ext cx="447885" cy="447885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8ECBFC36-FA8A-8A24-9AED-4B3E2191F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441910" y="4830695"/>
            <a:ext cx="447885" cy="447885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6A335AB1-7C1B-DDD6-61F2-CED1C5561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600188" y="1824639"/>
            <a:ext cx="447885" cy="447885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E477C198-251A-78F3-7DE0-E369363F2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454127" y="5843263"/>
            <a:ext cx="447885" cy="44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8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94D73-3B86-4D62-FD4E-A84FF0DD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Synchronize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2EC393-96AD-10C7-D12A-0582B7786E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D355CC0-9147-0296-DC21-755E712FB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915607"/>
            <a:ext cx="355807" cy="35580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1639AD0-6017-9FB5-2C8D-C636915DA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118975"/>
            <a:ext cx="355807" cy="3558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9629E99-5E7C-D3D8-9424-11E04D053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347001"/>
            <a:ext cx="355807" cy="35580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C46B717-F682-BE7B-DBC1-2473C7EC0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835" y="1920813"/>
            <a:ext cx="355807" cy="35580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AB334C8-FC19-A768-F4AE-1005E22A3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1699" y="1915607"/>
            <a:ext cx="355807" cy="35580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D8872C6-D4A2-3F25-02A6-F8BBA670B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1725" y="3094317"/>
            <a:ext cx="355807" cy="35580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D1040A87-B320-EEFF-8D64-A5FE7A6D9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1725" y="4322343"/>
            <a:ext cx="355807" cy="35580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333B57B-CDCB-DF55-AB8E-F36AA8DA8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01835" y="3094317"/>
            <a:ext cx="355807" cy="355807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1807D95D-5C63-F4A6-D7C7-11321BF8B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92401" y="1915607"/>
            <a:ext cx="355807" cy="355807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3DD1F871-2940-BFEB-B08F-8FDDFAFB3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92401" y="3094317"/>
            <a:ext cx="355807" cy="35580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8D500201-29A8-3C41-E9D0-36B9D47B7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92401" y="4322343"/>
            <a:ext cx="355807" cy="3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33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834C8-3961-AB87-9CB8-302C9C03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Server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003275-EE0F-D343-AFCE-6E229FB77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1B62A4F-0EDE-D7D0-4A35-3962F69FA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768817"/>
            <a:ext cx="390107" cy="39010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545FAA4B-10C3-83A8-B3E5-C07A988DB9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14789"/>
            <a:ext cx="419483" cy="41948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A84A213-5FD7-75E2-E08F-9333050F3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222961"/>
            <a:ext cx="419483" cy="41948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5919AC7-D78C-93F0-72D7-43517809EA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431133"/>
            <a:ext cx="419483" cy="419483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EF0B6406-F5AD-F17A-9C56-746E5B051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6687" y="1768817"/>
            <a:ext cx="390107" cy="39010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03AB37BB-1303-1D99-F3C4-58AC41B9A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0040" y="2962715"/>
            <a:ext cx="419483" cy="419483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4FC01136-553F-A1E9-F3EB-0BEAAA059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70040" y="4222961"/>
            <a:ext cx="419483" cy="419483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9089625-F270-08B0-DF43-5FFDDE04D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66686" y="5435303"/>
            <a:ext cx="419483" cy="41948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55067FCE-0FAF-984D-6CAD-DB90143E8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38312" y="1769203"/>
            <a:ext cx="419483" cy="419483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29D2B4F6-E25F-A88E-0BEE-FB1FAA84A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38312" y="3014789"/>
            <a:ext cx="419483" cy="419483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C831AA92-3F30-8C71-DB25-A03730E7C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49031" y="4260375"/>
            <a:ext cx="419483" cy="419483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D8A2638E-C7D9-7745-21EB-D6C4A7E55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38312" y="5443198"/>
            <a:ext cx="419483" cy="419483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7D11BFDA-BDFD-EA72-0F76-4927618B1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67300" y="1800584"/>
            <a:ext cx="419483" cy="41948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8DF526A5-14A1-3A0C-E67D-E6F67F886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7300" y="3010841"/>
            <a:ext cx="419483" cy="419483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2AE4AB74-D8F8-562E-BE2F-C0EA50A2D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30549" y="4287509"/>
            <a:ext cx="419483" cy="419483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C1E16D67-9226-4EF9-0F2A-10885ED28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39226" y="5435303"/>
            <a:ext cx="419483" cy="419483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70179DC-7D7B-1CDB-F37E-36F9B33FF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6288" y="1806144"/>
            <a:ext cx="419483" cy="419483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E4DE8DC0-E520-8E42-ABAB-0B19EA8F3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5575" y="3022872"/>
            <a:ext cx="419483" cy="419483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97C523E7-F4ED-D1DE-4E5B-BEF4EEF51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5575" y="4287509"/>
            <a:ext cx="419483" cy="419483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0EB29CDF-AD93-8BBC-7F8E-0BE36526D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85575" y="5435303"/>
            <a:ext cx="419483" cy="419483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51C18B09-708C-61FC-FDC8-828878712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25276" y="1856932"/>
            <a:ext cx="419483" cy="419483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65ED1EAA-D470-0E36-5DF0-E8DFF4FA3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925276" y="3006893"/>
            <a:ext cx="419483" cy="419483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647056B2-651B-C1A9-DA23-1C6986943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925276" y="4254702"/>
            <a:ext cx="419483" cy="419483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CA928F6B-44CF-C9EB-ED92-6ACB40484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25276" y="5435303"/>
            <a:ext cx="419483" cy="419483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59CD70D4-2FFC-A632-4291-3A7A46695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54264" y="1856932"/>
            <a:ext cx="419483" cy="419483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4F106BC5-A5D1-8C67-E2CC-0F2007F90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354264" y="3022872"/>
            <a:ext cx="419483" cy="419483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FBFEB8E3-511C-B4A1-E400-60B3276E8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354264" y="4222961"/>
            <a:ext cx="419483" cy="41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42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E0500-0ECD-70D2-C94B-27497682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Database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95026-CC08-2357-CACE-91B529C9FF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3ADEFF8-F5DA-FDEF-3935-1DB5A0126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49749"/>
            <a:ext cx="361237" cy="36123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DFF7826-FDA8-8406-02FA-EB2B82839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940" y="3192489"/>
            <a:ext cx="361237" cy="36123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B983253-401F-813C-F677-2EE465F7E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642" y="4426801"/>
            <a:ext cx="361237" cy="36123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81F6980-954F-6C8C-FD30-2C1EE125A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940" y="5759990"/>
            <a:ext cx="361237" cy="36123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7724991-5DEF-A4F4-47F5-5D52416F57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8863" y="1849749"/>
            <a:ext cx="361237" cy="36123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D03C32F-9DB9-2AD7-D832-8498F98A9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15147" y="3192490"/>
            <a:ext cx="361237" cy="36123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B9E41BD-2E6A-1235-150C-9C863C557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6470" y="4426801"/>
            <a:ext cx="361237" cy="36123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9218064C-A15C-EE1E-5ED2-03D7F8BB2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06470" y="5759990"/>
            <a:ext cx="361237" cy="361237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BC77E741-5814-2581-4503-17EC8567E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6678" y="1819670"/>
            <a:ext cx="361237" cy="361237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179D8BE7-CFE5-3EA9-428E-0B83D650B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6678" y="3192491"/>
            <a:ext cx="361237" cy="36123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A103D6F2-8E7E-4167-2B0B-E9E8C5E8B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6678" y="4426801"/>
            <a:ext cx="361237" cy="361237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218BFE3-7C99-0803-23C4-3CED1F426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86678" y="5759990"/>
            <a:ext cx="361237" cy="361237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D2983DB2-91FE-0AB9-7619-4B1D0763B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20263" y="1849749"/>
            <a:ext cx="361237" cy="361237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DE8F4B1B-4EA3-036D-9350-5BC5B8B76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6885" y="3192491"/>
            <a:ext cx="361237" cy="361237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482A0466-7D82-F9E6-E5C1-986F09667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6886" y="4426804"/>
            <a:ext cx="361237" cy="361237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C827ABB-0F4B-82B6-5B20-C33BC2B8D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69599" y="5759990"/>
            <a:ext cx="361237" cy="361237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0708C612-8723-F9B0-F16F-133F7B37A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96251" y="1849749"/>
            <a:ext cx="361237" cy="361237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96D7F31A-08E8-C98E-36B5-E0C258681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96251" y="3192491"/>
            <a:ext cx="361237" cy="361237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EFAA3A43-01FD-EE02-5235-172591E18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94335" y="4417248"/>
            <a:ext cx="361237" cy="361237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0296E0A2-38E8-5550-EC10-07014AFDA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74954" y="5759990"/>
            <a:ext cx="361237" cy="361237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F6700D69-6CCB-1D8C-AA0A-D8A3D18F2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72239" y="1849749"/>
            <a:ext cx="361237" cy="361237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CE8FB3EC-896E-168C-F14A-A8C205F8C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21412" y="3192491"/>
            <a:ext cx="361237" cy="36123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C8A85332-F460-8C36-6637-0B9811DFF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21412" y="4426802"/>
            <a:ext cx="361237" cy="361237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789DED33-3B68-4B1D-B4C1-83B7D4034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21412" y="5759989"/>
            <a:ext cx="361237" cy="36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88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99022-2DFD-97D1-6F21-B0A2EE8E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Remove </a:t>
            </a:r>
            <a:r>
              <a:rPr lang="pt-BR" err="1"/>
              <a:t>Add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D37C89-AEFC-ECFF-07C8-CD053C1DA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DC7A03F-195C-EA62-239E-722051FF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72858"/>
            <a:ext cx="332038" cy="33203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04396B5-667E-2FD0-5E1D-5532F1F4A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88047"/>
            <a:ext cx="332038" cy="332038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92A25D7-75DE-5C97-518C-993293398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303236"/>
            <a:ext cx="332038" cy="332038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6848E218-8D53-0FDE-F7D5-6F14B73CA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622076"/>
            <a:ext cx="332038" cy="33203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F44B6EE-9DA7-10DC-8B13-251A37B26A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28063" y="1894238"/>
            <a:ext cx="310656" cy="310656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EFDB8E6-CAF0-082D-AF1A-B71B02656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3783" y="3088047"/>
            <a:ext cx="332038" cy="33203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53C39D7C-FE6E-F9E4-1694-7EEC8CEB1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83783" y="4303236"/>
            <a:ext cx="332038" cy="332038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BA4B5C1-4317-3274-4AEA-02BA32BA2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83783" y="5622076"/>
            <a:ext cx="332038" cy="332038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6F0A3DCE-B0BD-E1F6-9B42-9043A06DA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67840" y="1872858"/>
            <a:ext cx="332038" cy="332038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951930A1-7B01-73D9-CD00-7D5B3C095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7840" y="3160236"/>
            <a:ext cx="332038" cy="33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16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5C271-67C4-B848-BD5E-EBFCCB8C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Resize</a:t>
            </a:r>
            <a:r>
              <a:rPr lang="pt-BR"/>
              <a:t> Move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7F9C64-654C-3454-4229-428CD4D1B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CA9DA60-CD80-6A72-128B-1F57D227F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400" y="1794545"/>
            <a:ext cx="327264" cy="327264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B015E51-9326-0245-98C0-755F89A79D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400" y="3045830"/>
            <a:ext cx="327264" cy="327264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906CFD7-419F-14B1-5FE6-326B0D4D8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50" y="4166905"/>
            <a:ext cx="373250" cy="37325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0FF5327-CA14-0849-2B3C-DE0D05F99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50" y="5309905"/>
            <a:ext cx="373250" cy="37325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F41687FD-C1DF-9032-0D5F-BF7F375C0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5156" y="1748558"/>
            <a:ext cx="373250" cy="37325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9D67303-220D-D638-A85E-097FC695B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5156" y="2999842"/>
            <a:ext cx="373250" cy="37325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D000FAD0-6D4A-172A-529D-C0C9ED582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55156" y="4251126"/>
            <a:ext cx="373250" cy="37325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80686CE8-AB08-9A8A-FA93-D8A20B828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5156" y="5502410"/>
            <a:ext cx="373250" cy="37325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C0038202-7FAA-80F6-C64A-412C446F8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9261" y="1737111"/>
            <a:ext cx="373250" cy="373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86D2E10D-A1F3-FF0C-4CE5-6D0A1E0E1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19262" y="2999842"/>
            <a:ext cx="373250" cy="37325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B6DA532F-0820-5BC2-16C5-83D650EE2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9262" y="4251126"/>
            <a:ext cx="373250" cy="37325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157CF38-729C-BAEA-6289-7CAFE89E3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19262" y="5502410"/>
            <a:ext cx="373250" cy="37325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384F1328-0620-C5A7-8DAF-5286B04FA0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95398" y="1748558"/>
            <a:ext cx="373250" cy="37325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F2EF8EFC-8E78-FF7F-C39E-852DE69BB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95398" y="2999842"/>
            <a:ext cx="373250" cy="37325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11A8B30D-7EBF-E14E-30CD-4C369FC04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82447" y="4357405"/>
            <a:ext cx="373250" cy="37325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BE655188-2BD4-CD21-0FAD-7C08F92BF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61738" y="5502410"/>
            <a:ext cx="373250" cy="373250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A18F2743-74BC-DC1B-DD0D-17444163B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54185" y="1748558"/>
            <a:ext cx="373250" cy="373250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39246732-CA23-97DA-DFA7-AFAAD23B8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54185" y="3011873"/>
            <a:ext cx="373250" cy="37325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118BB7F1-F590-D796-FD49-FC5C28B2D2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54185" y="4357405"/>
            <a:ext cx="373250" cy="373250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6E49E8A3-468F-A277-663B-9D7F9AD4E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4185" y="5502410"/>
            <a:ext cx="373250" cy="373250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17E08C1C-347A-4461-C169-FAB44675E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5642" y="1748558"/>
            <a:ext cx="373250" cy="373250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98CAA705-303D-FED5-CD9D-CECBAB8AE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49367" y="3023905"/>
            <a:ext cx="373250" cy="37325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181DAF38-D48A-5345-7DE7-5A0A24D91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80675" y="4357405"/>
            <a:ext cx="373250" cy="373250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1E82EC0C-2149-5D81-2FDE-B41993240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35641" y="5502410"/>
            <a:ext cx="373250" cy="373250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A2A51679-FA8F-7CF7-EC05-DA1137517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43335" y="1748558"/>
            <a:ext cx="373250" cy="373250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A8304FF4-E5E6-F861-D3A6-58377A322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43335" y="3023905"/>
            <a:ext cx="373250" cy="373250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B08A0DFD-4A68-617D-7F64-2C314D141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53405" y="4357405"/>
            <a:ext cx="373250" cy="373250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9B6A02A6-BBC4-B397-7EDC-F1A45C6C85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43335" y="5502409"/>
            <a:ext cx="373250" cy="3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53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1B17D-B1F3-0B33-3BD4-62D318BF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Control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5A3B72-C7A4-CFF8-4877-9BFCD65246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B3B89EB-548B-DD17-6DEF-BC2293002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54528"/>
            <a:ext cx="357812" cy="35781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EB83B23-1FBE-133E-1755-9072D4B55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52891"/>
            <a:ext cx="357812" cy="3578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225BC65F-8F4E-6E13-6D49-25D5BC626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435" y="4251254"/>
            <a:ext cx="357812" cy="35781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82FE09B-1C13-8AFA-539E-5805E0AF8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464038"/>
            <a:ext cx="357812" cy="357812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8DEE47E-DE70-F327-A298-96A272494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4230" y="1854528"/>
            <a:ext cx="357812" cy="35781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D65E0C52-6F07-A6D8-C794-EC024702E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4230" y="3052891"/>
            <a:ext cx="357812" cy="35781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A96ECA8-DDE1-AE51-8D4C-72E9DDCD8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4230" y="4251254"/>
            <a:ext cx="357812" cy="357812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B3FC86C-3910-F4D2-800B-0160629F5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04230" y="5461373"/>
            <a:ext cx="357812" cy="35781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378B1FEB-EA58-D499-BF3D-4BBF0CAC5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3294" y="1854528"/>
            <a:ext cx="357812" cy="357812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CD80D983-88E8-D3B3-71F1-C88A63CDD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5219" y="3052890"/>
            <a:ext cx="357812" cy="357812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8F743972-B86D-4181-A5BB-E9A665165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63294" y="4251254"/>
            <a:ext cx="357812" cy="357812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DA54368E-4955-98A5-E050-7B698A952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35220" y="5408234"/>
            <a:ext cx="357812" cy="357812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90D1AA61-7D13-B597-856C-EB4118D15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26480" y="1854528"/>
            <a:ext cx="357812" cy="357812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D3AE2849-8A9B-8503-B660-E920EE9AE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26480" y="3052890"/>
            <a:ext cx="357812" cy="357812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9CD7C8BB-5B2D-285B-6117-F372EDC84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26480" y="4251254"/>
            <a:ext cx="357812" cy="357812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EB06750C-7094-67EA-86FA-C9D073C0E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04366" y="5408233"/>
            <a:ext cx="357812" cy="357812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CD6528A6-B17A-8B73-45A7-AD99CA15A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89666" y="1818433"/>
            <a:ext cx="357812" cy="3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543E7-DFF6-AC68-F3DC-E3B187BF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Bookmark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40389F-25DF-9001-C6AF-C747BB1114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AF3E479-C0C7-9F8D-2009-302568F77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49" y="1897200"/>
            <a:ext cx="338811" cy="338811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50D3FA27-41E5-56EB-115D-BC991F338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167752"/>
            <a:ext cx="338811" cy="33881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0188530-692B-4F4A-DF47-5C7C1B432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049" y="4621988"/>
            <a:ext cx="338811" cy="33881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2E7A09E-C4B0-84A2-72E5-3157C71DD2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6165" y="1897200"/>
            <a:ext cx="338811" cy="338811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D6130A3-DDB6-D09D-4F25-2A6F0837B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7214" y="1897200"/>
            <a:ext cx="338811" cy="33881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9EB9B416-5C34-A898-C554-DE9C0E008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7214" y="3259594"/>
            <a:ext cx="338811" cy="338811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90BE3E29-F41D-35E5-231D-1BCD6C048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7214" y="4621988"/>
            <a:ext cx="338811" cy="33881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6AB99D55-00BA-A405-F5FE-A190601F0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6165" y="3259594"/>
            <a:ext cx="338811" cy="338811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AA18DCB-4331-A86A-5B93-C8774460D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3379" y="1897200"/>
            <a:ext cx="338811" cy="33881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4C978D0A-9819-2237-489E-B262049F4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75463" y="3259594"/>
            <a:ext cx="338811" cy="338811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F686507-FB1F-875C-CB84-5BC2987BD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43379" y="4621988"/>
            <a:ext cx="338811" cy="33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06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DE831-1273-AA2E-2B90-7527A59D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Favorite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75CA60-47A1-C09D-A3C0-DB29AEAE09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E742AC8-D807-38E4-2BA0-6A44245C2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992597"/>
            <a:ext cx="303674" cy="303674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CA31EFD2-5843-03D5-B5B3-C0557C9DF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50" y="3374259"/>
            <a:ext cx="303674" cy="303674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CE6F41E-4702-D8B2-7843-79EFA988E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0446" y="3374259"/>
            <a:ext cx="303674" cy="303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E474D02-2A52-3F90-DF8E-87EBB23E2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0748" y="4755921"/>
            <a:ext cx="303674" cy="303674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3C32DD3-F7B3-DCF7-AB65-A1BF47E3F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0748" y="1992597"/>
            <a:ext cx="303674" cy="30367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B546BED-95E4-4D55-6761-A3842854AF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0748" y="3374259"/>
            <a:ext cx="303674" cy="30367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8902003D-B018-6296-9F32-9DC9AEB3E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050" y="4755921"/>
            <a:ext cx="303674" cy="303674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F25CF87-D2DF-1FD3-F298-47598BB9C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0446" y="4765106"/>
            <a:ext cx="303674" cy="303674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4E167C80-1A85-05B8-0DE7-DE943F8AE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0445" y="1992597"/>
            <a:ext cx="303674" cy="30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63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BE770-36C3-1453-2764-7C08DE68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Organization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430EBC-8AAD-2F82-56A4-DFFA21CDFD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FB331C3-921A-71E5-E274-5A38FD00C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828800"/>
            <a:ext cx="424880" cy="4248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E7DC051-3097-48F9-8079-AEC4661A9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50" y="3121121"/>
            <a:ext cx="424880" cy="42488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73F9411-9259-BA49-71FC-DED036C0A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2378" y="3121121"/>
            <a:ext cx="424880" cy="42488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5B3C2DF-802A-AD18-ED95-2393D397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50" y="4413442"/>
            <a:ext cx="424880" cy="42488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4EFA26C-15E0-DE1C-B677-891AB7B99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6714" y="1909870"/>
            <a:ext cx="424880" cy="42488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92B85B69-64FE-BDB2-DB86-05E1E2F08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6714" y="3121121"/>
            <a:ext cx="424880" cy="42488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AFC0AC96-4BAD-967F-FD96-D2624E682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82378" y="1828800"/>
            <a:ext cx="424880" cy="42488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783E603A-D622-AFB4-7172-C0B8AAF88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6714" y="4413442"/>
            <a:ext cx="424880" cy="42488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3E73C50-72E4-FC06-A318-CF7FE0DD4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82378" y="4412670"/>
            <a:ext cx="424880" cy="42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83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85FA0-56F0-799E-A6EA-DE7A2192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Design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F185EF-731C-2C1C-A53D-3FFAB39C3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2DB454F-B660-0019-D916-9F2981259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730" y="1774653"/>
            <a:ext cx="317092" cy="31709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0F6E88B-A87B-BAC0-DF50-242F96FCD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927" y="2794162"/>
            <a:ext cx="317092" cy="31709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27B617E-969B-3E88-6983-629C23CCD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730" y="4001793"/>
            <a:ext cx="317092" cy="31709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96A885A-7DBC-F402-EF8E-7B71FD41A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092400"/>
            <a:ext cx="317092" cy="31709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18E63011-4193-C528-B5F1-885FB14EF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49" y="6082187"/>
            <a:ext cx="317092" cy="317092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D52D4107-27DC-2974-6B34-ACFCA8419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7104" y="1797343"/>
            <a:ext cx="317092" cy="317092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353E3598-109B-EAF1-79B2-91F68D869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5084" y="2798932"/>
            <a:ext cx="317092" cy="317092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7AAB3C42-19D4-6818-5238-DD875947F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5084" y="4030376"/>
            <a:ext cx="317092" cy="317092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C68928E3-F777-A704-1E2B-7F2A46139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7104" y="5114726"/>
            <a:ext cx="317092" cy="317092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B8F1D8A-BF88-CEA6-5731-8239FCAA9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7104" y="6110999"/>
            <a:ext cx="317092" cy="317092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1F2F5A01-5A4D-39CE-0689-34727C9A8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28388" y="1797343"/>
            <a:ext cx="317092" cy="317092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590AC60E-C085-7096-EA23-05A6502EA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4185" y="2895611"/>
            <a:ext cx="317092" cy="317092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075C9466-0C45-F9F6-5CE7-18723D355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40448" y="4096571"/>
            <a:ext cx="317092" cy="317092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60AE4B67-9FC0-B674-029B-25CDA18F6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07934" y="5147369"/>
            <a:ext cx="317092" cy="317092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1A3D4575-4F73-C591-B918-35703B1A4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28388" y="6049175"/>
            <a:ext cx="317092" cy="317092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ED591CE9-2C00-2863-3D61-8A9FF23E7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04780" y="1797343"/>
            <a:ext cx="317092" cy="317092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ED61AD6-D417-BA4F-AD5C-37DB1C6CA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55252" y="2897151"/>
            <a:ext cx="317092" cy="317092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8019E0A1-BB0B-027F-0C4F-C5BFCB916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03792" y="4096571"/>
            <a:ext cx="317092" cy="317092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92645DFA-2C50-30E3-9994-E4CE029AE2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71400" y="5136248"/>
            <a:ext cx="317092" cy="317092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00BDE0B4-B10D-177C-D633-240E928AF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22154" y="6082187"/>
            <a:ext cx="317092" cy="317092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ED612EB2-7A60-47DA-4F21-49DFDAB60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45956" y="1856021"/>
            <a:ext cx="251657" cy="251657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525DEF26-A652-6224-8E17-44851D92F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50052" y="2895611"/>
            <a:ext cx="317092" cy="317092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7A7C8556-94C3-EA5D-B093-5F9B5A765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64065" y="4076185"/>
            <a:ext cx="317092" cy="317092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5D57D13C-0645-9C31-3EF4-57623120E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52984" y="5092400"/>
            <a:ext cx="317092" cy="317092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1AD39061-1651-6E83-F348-F58BC31CB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352984" y="6108615"/>
            <a:ext cx="317092" cy="317092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16D725A9-5B4E-A3CD-C79E-A2CF3324D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13510" y="1766838"/>
            <a:ext cx="340841" cy="340841"/>
          </a:xfrm>
          <a:prstGeom prst="rect">
            <a:avLst/>
          </a:prstGeom>
        </p:spPr>
      </p:pic>
      <p:pic>
        <p:nvPicPr>
          <p:cNvPr id="57" name="Gráfico 56">
            <a:extLst>
              <a:ext uri="{FF2B5EF4-FFF2-40B4-BE49-F238E27FC236}">
                <a16:creationId xmlns:a16="http://schemas.microsoft.com/office/drawing/2014/main" id="{7F29F0DB-DB09-9437-0784-E5801AC3F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9258" y="2916894"/>
            <a:ext cx="285318" cy="285318"/>
          </a:xfrm>
          <a:prstGeom prst="rect">
            <a:avLst/>
          </a:prstGeom>
        </p:spPr>
      </p:pic>
      <p:pic>
        <p:nvPicPr>
          <p:cNvPr id="59" name="Gráfico 58">
            <a:extLst>
              <a:ext uri="{FF2B5EF4-FFF2-40B4-BE49-F238E27FC236}">
                <a16:creationId xmlns:a16="http://schemas.microsoft.com/office/drawing/2014/main" id="{44932535-AA32-2D35-3725-D373C3313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613702" y="4041146"/>
            <a:ext cx="285318" cy="285318"/>
          </a:xfrm>
          <a:prstGeom prst="rect">
            <a:avLst/>
          </a:prstGeom>
        </p:spPr>
      </p:pic>
      <p:pic>
        <p:nvPicPr>
          <p:cNvPr id="61" name="Gráfico 60">
            <a:extLst>
              <a:ext uri="{FF2B5EF4-FFF2-40B4-BE49-F238E27FC236}">
                <a16:creationId xmlns:a16="http://schemas.microsoft.com/office/drawing/2014/main" id="{A6EDB560-42C0-1166-EA0A-24CBFC27F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34219" y="5107863"/>
            <a:ext cx="285318" cy="285318"/>
          </a:xfrm>
          <a:prstGeom prst="rect">
            <a:avLst/>
          </a:prstGeom>
        </p:spPr>
      </p:pic>
      <p:pic>
        <p:nvPicPr>
          <p:cNvPr id="63" name="Gráfico 62">
            <a:extLst>
              <a:ext uri="{FF2B5EF4-FFF2-40B4-BE49-F238E27FC236}">
                <a16:creationId xmlns:a16="http://schemas.microsoft.com/office/drawing/2014/main" id="{0AEB8870-36FC-03BD-7778-B598F453E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83815" y="6093349"/>
            <a:ext cx="285318" cy="285318"/>
          </a:xfrm>
          <a:prstGeom prst="rect">
            <a:avLst/>
          </a:prstGeom>
        </p:spPr>
      </p:pic>
      <p:pic>
        <p:nvPicPr>
          <p:cNvPr id="65" name="Gráfico 64">
            <a:extLst>
              <a:ext uri="{FF2B5EF4-FFF2-40B4-BE49-F238E27FC236}">
                <a16:creationId xmlns:a16="http://schemas.microsoft.com/office/drawing/2014/main" id="{3EBEC578-2D80-B9C2-3AB9-24EA51368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877367" y="1834836"/>
            <a:ext cx="285318" cy="285318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4C369C3C-84A4-850F-13F5-DCAC47148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810212" y="2903928"/>
            <a:ext cx="285318" cy="285318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D5B5880C-8E94-DD3B-BE79-D7EEF913A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10212" y="4062149"/>
            <a:ext cx="285318" cy="285318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5B17E2D5-EA0A-AB75-8BD6-6EDD123C3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810212" y="5108774"/>
            <a:ext cx="285318" cy="285318"/>
          </a:xfrm>
          <a:prstGeom prst="rect">
            <a:avLst/>
          </a:prstGeom>
        </p:spPr>
      </p:pic>
      <p:pic>
        <p:nvPicPr>
          <p:cNvPr id="73" name="Gráfico 72">
            <a:extLst>
              <a:ext uri="{FF2B5EF4-FFF2-40B4-BE49-F238E27FC236}">
                <a16:creationId xmlns:a16="http://schemas.microsoft.com/office/drawing/2014/main" id="{68F27583-EB54-B608-A9CE-3C1977985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810212" y="6153961"/>
            <a:ext cx="285318" cy="285318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4A563FB1-A069-4542-5987-EBA32F8A0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04860" y="1835041"/>
            <a:ext cx="285318" cy="285318"/>
          </a:xfrm>
          <a:prstGeom prst="rect">
            <a:avLst/>
          </a:prstGeom>
        </p:spPr>
      </p:pic>
      <p:pic>
        <p:nvPicPr>
          <p:cNvPr id="77" name="Gráfico 76">
            <a:extLst>
              <a:ext uri="{FF2B5EF4-FFF2-40B4-BE49-F238E27FC236}">
                <a16:creationId xmlns:a16="http://schemas.microsoft.com/office/drawing/2014/main" id="{3A6E6B4A-D5C6-7ECC-F931-EA1A8714A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140359" y="2916894"/>
            <a:ext cx="285318" cy="285318"/>
          </a:xfrm>
          <a:prstGeom prst="rect">
            <a:avLst/>
          </a:prstGeom>
        </p:spPr>
      </p:pic>
      <p:pic>
        <p:nvPicPr>
          <p:cNvPr id="79" name="Gráfico 78">
            <a:extLst>
              <a:ext uri="{FF2B5EF4-FFF2-40B4-BE49-F238E27FC236}">
                <a16:creationId xmlns:a16="http://schemas.microsoft.com/office/drawing/2014/main" id="{E83C37CF-DAF8-26E0-6DD1-945DBA00D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145145" y="4041146"/>
            <a:ext cx="285318" cy="285318"/>
          </a:xfrm>
          <a:prstGeom prst="rect">
            <a:avLst/>
          </a:prstGeom>
        </p:spPr>
      </p:pic>
      <p:pic>
        <p:nvPicPr>
          <p:cNvPr id="81" name="Gráfico 80">
            <a:extLst>
              <a:ext uri="{FF2B5EF4-FFF2-40B4-BE49-F238E27FC236}">
                <a16:creationId xmlns:a16="http://schemas.microsoft.com/office/drawing/2014/main" id="{61F525EE-B21F-7275-AEFA-81364A27D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104860" y="5146499"/>
            <a:ext cx="285318" cy="285318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333188D5-76BB-19ED-AF7C-22AC94292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248412" y="6138665"/>
            <a:ext cx="285318" cy="285318"/>
          </a:xfrm>
          <a:prstGeom prst="rect">
            <a:avLst/>
          </a:prstGeom>
        </p:spPr>
      </p:pic>
      <p:pic>
        <p:nvPicPr>
          <p:cNvPr id="85" name="Gráfico 84">
            <a:extLst>
              <a:ext uri="{FF2B5EF4-FFF2-40B4-BE49-F238E27FC236}">
                <a16:creationId xmlns:a16="http://schemas.microsoft.com/office/drawing/2014/main" id="{35E1F1E3-D722-B954-4D06-E6E01C7B7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360909" y="1771201"/>
            <a:ext cx="285318" cy="285318"/>
          </a:xfrm>
          <a:prstGeom prst="rect">
            <a:avLst/>
          </a:prstGeom>
        </p:spPr>
      </p:pic>
      <p:pic>
        <p:nvPicPr>
          <p:cNvPr id="87" name="Gráfico 86">
            <a:extLst>
              <a:ext uri="{FF2B5EF4-FFF2-40B4-BE49-F238E27FC236}">
                <a16:creationId xmlns:a16="http://schemas.microsoft.com/office/drawing/2014/main" id="{381A694F-3D64-929F-0ED0-D2D7B28C16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79102" y="2927384"/>
            <a:ext cx="285318" cy="285318"/>
          </a:xfrm>
          <a:prstGeom prst="rect">
            <a:avLst/>
          </a:prstGeom>
        </p:spPr>
      </p:pic>
      <p:pic>
        <p:nvPicPr>
          <p:cNvPr id="89" name="Gráfico 88">
            <a:extLst>
              <a:ext uri="{FF2B5EF4-FFF2-40B4-BE49-F238E27FC236}">
                <a16:creationId xmlns:a16="http://schemas.microsoft.com/office/drawing/2014/main" id="{694366AD-ED3A-92C5-6FDE-0DDD32D9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373200" y="4090247"/>
            <a:ext cx="285318" cy="285318"/>
          </a:xfrm>
          <a:prstGeom prst="rect">
            <a:avLst/>
          </a:prstGeom>
        </p:spPr>
      </p:pic>
      <p:pic>
        <p:nvPicPr>
          <p:cNvPr id="91" name="Gráfico 90">
            <a:extLst>
              <a:ext uri="{FF2B5EF4-FFF2-40B4-BE49-F238E27FC236}">
                <a16:creationId xmlns:a16="http://schemas.microsoft.com/office/drawing/2014/main" id="{4E8E98BD-B35A-C0EF-796A-BF542B351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360908" y="5107863"/>
            <a:ext cx="285318" cy="285318"/>
          </a:xfrm>
          <a:prstGeom prst="rect">
            <a:avLst/>
          </a:prstGeom>
        </p:spPr>
      </p:pic>
      <p:pic>
        <p:nvPicPr>
          <p:cNvPr id="93" name="Gráfico 92">
            <a:extLst>
              <a:ext uri="{FF2B5EF4-FFF2-40B4-BE49-F238E27FC236}">
                <a16:creationId xmlns:a16="http://schemas.microsoft.com/office/drawing/2014/main" id="{76D208E3-ABD5-671D-1507-52D8EF438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379243" y="6032021"/>
            <a:ext cx="285318" cy="285318"/>
          </a:xfrm>
          <a:prstGeom prst="rect">
            <a:avLst/>
          </a:prstGeom>
        </p:spPr>
      </p:pic>
      <p:pic>
        <p:nvPicPr>
          <p:cNvPr id="95" name="Gráfico 94">
            <a:extLst>
              <a:ext uri="{FF2B5EF4-FFF2-40B4-BE49-F238E27FC236}">
                <a16:creationId xmlns:a16="http://schemas.microsoft.com/office/drawing/2014/main" id="{425EB048-EED0-24E9-E36B-912EF5D7E6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473901" y="1775011"/>
            <a:ext cx="359505" cy="359505"/>
          </a:xfrm>
          <a:prstGeom prst="rect">
            <a:avLst/>
          </a:prstGeom>
        </p:spPr>
      </p:pic>
      <p:pic>
        <p:nvPicPr>
          <p:cNvPr id="97" name="Gráfico 96">
            <a:extLst>
              <a:ext uri="{FF2B5EF4-FFF2-40B4-BE49-F238E27FC236}">
                <a16:creationId xmlns:a16="http://schemas.microsoft.com/office/drawing/2014/main" id="{68F96BB0-F230-2FAD-1920-02ED88F4E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483018" y="2907738"/>
            <a:ext cx="359505" cy="359505"/>
          </a:xfrm>
          <a:prstGeom prst="rect">
            <a:avLst/>
          </a:prstGeom>
        </p:spPr>
      </p:pic>
      <p:pic>
        <p:nvPicPr>
          <p:cNvPr id="99" name="Gráfico 98">
            <a:extLst>
              <a:ext uri="{FF2B5EF4-FFF2-40B4-BE49-F238E27FC236}">
                <a16:creationId xmlns:a16="http://schemas.microsoft.com/office/drawing/2014/main" id="{13CA19D4-16A1-821B-A8BD-14297AAFB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483018" y="4076185"/>
            <a:ext cx="317092" cy="317092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B0C2300A-F637-40B2-AEA5-9FDB05E8F6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469525" y="5033676"/>
            <a:ext cx="359505" cy="359505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9986693-CFA4-73A0-6302-3587A9E62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549833" y="6047147"/>
            <a:ext cx="285318" cy="28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92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9D07D-1210-AB3D-67C2-ED43816E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Design </a:t>
            </a:r>
            <a:r>
              <a:rPr lang="pt-BR" err="1"/>
              <a:t>Actions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8266AE-C9BE-B614-F2E1-717390275E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74F119C-AD25-2E7F-9296-AC399C6B9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050" y="1817682"/>
            <a:ext cx="314347" cy="31434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4C34552-1CF1-8253-C5EB-8B2271924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166" y="2862024"/>
            <a:ext cx="314347" cy="31434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4FD585AB-81F9-0702-C9B3-442B0E858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814" y="3999865"/>
            <a:ext cx="314347" cy="31434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159A8EA-87E1-F307-630F-FF187C795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50" y="5183627"/>
            <a:ext cx="314347" cy="31434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8ABDC02D-FF77-C212-47D4-2E5334BA23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6688" y="1817682"/>
            <a:ext cx="314347" cy="31434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46A117D2-BF21-F6DD-EA81-A31B297B9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66688" y="2953866"/>
            <a:ext cx="314347" cy="31434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E0B7C4BF-C8FB-37F9-1694-1A20A5900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2262" y="4067804"/>
            <a:ext cx="314347" cy="31434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17821187-32AF-6789-F746-3FBE56F1C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8614" y="5183629"/>
            <a:ext cx="314346" cy="314346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B0AFD6B6-4CF0-C058-B141-C32CE969F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8158" y="1863603"/>
            <a:ext cx="314347" cy="314347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69E423EC-0578-1282-60E5-EC814F672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8210" y="2953866"/>
            <a:ext cx="314347" cy="31434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DFAE99B4-8813-1F51-BCAD-E8F32D8CD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1720" y="4047214"/>
            <a:ext cx="354989" cy="354989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EFB2DEA2-DD68-A958-EADD-4B18D797E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8158" y="5183627"/>
            <a:ext cx="314347" cy="314347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97A36C59-94FF-5CA2-878A-1C58E64CF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13353" y="1856422"/>
            <a:ext cx="314347" cy="314347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A286F276-4CC4-EF1F-0A2F-6F3002777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417" y="2953866"/>
            <a:ext cx="314347" cy="314347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CC3BECA3-9790-3FA2-7119-3580F44F2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88471" y="4067804"/>
            <a:ext cx="314347" cy="314347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2EAFF59B-7C3A-4F47-404A-BC26AA120A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32914" y="5254781"/>
            <a:ext cx="314347" cy="314347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87433264-7F6E-D48C-619F-A80FF07CC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96824" y="1863603"/>
            <a:ext cx="314347" cy="314347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B4D507B2-0158-3068-AC10-2B1996A1A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96824" y="2925327"/>
            <a:ext cx="314347" cy="314347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D28A58DA-E5AD-5D68-249B-9F4EFE0C1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19658" y="3999865"/>
            <a:ext cx="314347" cy="314347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158B2156-B5FA-31ED-53CA-13A1831F2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60073" y="5189278"/>
            <a:ext cx="314347" cy="314347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0F068FCA-500D-CFC2-4715-1E3B14227A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14829" y="1863603"/>
            <a:ext cx="314347" cy="314347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2F2D9EE8-CED1-3D9C-6233-DFD4433AF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4829" y="2953866"/>
            <a:ext cx="314347" cy="31434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BBFD6636-73F2-4B53-F4D0-D2348ED33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98477" y="3999865"/>
            <a:ext cx="314347" cy="314347"/>
          </a:xfrm>
          <a:prstGeom prst="rect">
            <a:avLst/>
          </a:prstGeom>
        </p:spPr>
      </p:pic>
      <p:pic>
        <p:nvPicPr>
          <p:cNvPr id="51" name="Gráfico 50">
            <a:extLst>
              <a:ext uri="{FF2B5EF4-FFF2-40B4-BE49-F238E27FC236}">
                <a16:creationId xmlns:a16="http://schemas.microsoft.com/office/drawing/2014/main" id="{28A74FC9-8E84-B370-0A54-FCDB3AB9C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14829" y="5183627"/>
            <a:ext cx="314347" cy="314347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FC99FB54-4225-30C5-513F-F9535600F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32834" y="1863603"/>
            <a:ext cx="314347" cy="31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22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4DDAC-D05C-AC8F-9D63-C8A4450B5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Office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8D85FF-E93A-2F4E-E7D0-E41F59C78D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49" y="418721"/>
            <a:ext cx="5292000" cy="52835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ÍCONES - ASSEÍCONES - ASSESTS NOVA IDENTIDADE</a:t>
            </a:r>
          </a:p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AB2B713-D7B7-EA3E-3C5F-F135E4BB5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549" y="1710815"/>
            <a:ext cx="379060" cy="37906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D3C7C81-665F-946C-A0D5-F07CFAACF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049" y="3011920"/>
            <a:ext cx="379060" cy="37906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7BBC838-C250-75A3-8C15-F9BEEE7BC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50" y="4142889"/>
            <a:ext cx="379060" cy="37906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88DB94D-3F63-23AD-EA64-9614D605F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049" y="5295345"/>
            <a:ext cx="379060" cy="37906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16BB4C2-5ECE-1EFC-FAC4-670CBA21F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16625" y="1856854"/>
            <a:ext cx="379060" cy="37906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1F74D93-A43E-5C96-E216-420E59D72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1853" y="3011921"/>
            <a:ext cx="379060" cy="37906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D3911BDE-BFF0-2674-82A9-379998891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1853" y="4087798"/>
            <a:ext cx="379060" cy="37906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FDFCB527-CFF2-853E-71B2-B5C5EA0C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31228" y="5295344"/>
            <a:ext cx="379060" cy="37906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2901E3C4-61B6-3EAF-EA5A-28EFB92F7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52657" y="1821296"/>
            <a:ext cx="379060" cy="37906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715FFF55-F743-52B6-2BD8-AA9183249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52657" y="3011921"/>
            <a:ext cx="379060" cy="37906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C49EC28-25BB-491C-9098-FB9F1CF78D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92847" y="4142890"/>
            <a:ext cx="379060" cy="37906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1B65C2E0-0808-F212-1D20-0DA2F2B51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36939" y="5296727"/>
            <a:ext cx="379060" cy="37906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E5DBDFA5-FA16-F544-9D97-022872292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81324" y="1802902"/>
            <a:ext cx="379060" cy="37906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E91EA8FE-B5DD-FEB1-79C2-2E73D63B6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51590" y="3011921"/>
            <a:ext cx="379060" cy="37906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0FE21F4A-17DF-57D8-B188-E772E1C25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30881" y="4087798"/>
            <a:ext cx="379060" cy="37906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18765126-5BCF-8461-66F7-613E44E1E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51590" y="5269260"/>
            <a:ext cx="379060" cy="37906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CE2096D-D3F8-F3D4-F737-0AB707E63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41549" y="1862004"/>
            <a:ext cx="379060" cy="3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71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NovoBranding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NovoBranding" id="{C16A1941-9EAF-FA4F-9D46-4FBC784387F1}" vid="{0C2355EF-DC9A-3A48-A010-15619FDB32EC}"/>
    </a:ext>
  </a:extLst>
</a:theme>
</file>

<file path=ppt/theme/theme2.xml><?xml version="1.0" encoding="utf-8"?>
<a:theme xmlns:a="http://schemas.openxmlformats.org/drawingml/2006/main" name="BÁSICOS (EG2021-1)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PACTO (EG2021-1)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LUNAS (EG2021-1)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NTRODUÇÃO (EG2021-1)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EloGroup 2021">
      <a:dk1>
        <a:srgbClr val="272727"/>
      </a:dk1>
      <a:lt1>
        <a:srgbClr val="F9F9F9"/>
      </a:lt1>
      <a:dk2>
        <a:srgbClr val="444651"/>
      </a:dk2>
      <a:lt2>
        <a:srgbClr val="ECEDEE"/>
      </a:lt2>
      <a:accent1>
        <a:srgbClr val="1822DC"/>
      </a:accent1>
      <a:accent2>
        <a:srgbClr val="D9FBD6"/>
      </a:accent2>
      <a:accent3>
        <a:srgbClr val="A5A7B0"/>
      </a:accent3>
      <a:accent4>
        <a:srgbClr val="080E75"/>
      </a:accent4>
      <a:accent5>
        <a:srgbClr val="FFDEBD"/>
      </a:accent5>
      <a:accent6>
        <a:srgbClr val="FFC3BB"/>
      </a:accent6>
      <a:hlink>
        <a:srgbClr val="1822DC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FB4E076341404C9CBF92FDCD99A0F2" ma:contentTypeVersion="20" ma:contentTypeDescription="Crie um novo documento." ma:contentTypeScope="" ma:versionID="358c234a4512e91d3124b5b7c2134370">
  <xsd:schema xmlns:xsd="http://www.w3.org/2001/XMLSchema" xmlns:xs="http://www.w3.org/2001/XMLSchema" xmlns:p="http://schemas.microsoft.com/office/2006/metadata/properties" xmlns:ns2="b88e2b42-bd4a-42cb-901e-7f8f3b56afd0" xmlns:ns3="10ef51a1-2fb9-4415-a6c7-c4b1d9fc087b" targetNamespace="http://schemas.microsoft.com/office/2006/metadata/properties" ma:root="true" ma:fieldsID="a1c6eef6a10c1e362adce51e858a9518" ns2:_="" ns3:_="">
    <xsd:import namespace="b88e2b42-bd4a-42cb-901e-7f8f3b56afd0"/>
    <xsd:import namespace="10ef51a1-2fb9-4415-a6c7-c4b1d9fc087b"/>
    <xsd:element name="properties">
      <xsd:complexType>
        <xsd:sequence>
          <xsd:element name="documentManagement">
            <xsd:complexType>
              <xsd:all>
                <xsd:element ref="ns2:SetorMacro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SetorMicro" minOccurs="0"/>
                <xsd:element ref="ns2:Pr_x00e1_tica" minOccurs="0"/>
                <xsd:element ref="ns2:Material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egmento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e2b42-bd4a-42cb-901e-7f8f3b56afd0" elementFormDefault="qualified">
    <xsd:import namespace="http://schemas.microsoft.com/office/2006/documentManagement/types"/>
    <xsd:import namespace="http://schemas.microsoft.com/office/infopath/2007/PartnerControls"/>
    <xsd:element name="SetorMacro" ma:index="8" nillable="true" ma:displayName="Setor Macro" ma:format="Dropdown" ma:internalName="SetorMacro">
      <xsd:simpleType>
        <xsd:restriction base="dms:Choice">
          <xsd:enumeration value="Agronegócio"/>
          <xsd:enumeration value="Automotiva"/>
          <xsd:enumeration value="Construção e Infraestrutura"/>
          <xsd:enumeration value="Educação"/>
          <xsd:enumeration value="Energia e utilities"/>
          <xsd:enumeration value="Fazenda e Economia"/>
          <xsd:enumeration value="Governo"/>
          <xsd:enumeration value="Mídia, Telecom e Tecnologia"/>
          <xsd:enumeration value="Mineração e Metalurgia"/>
          <xsd:enumeration value="Moda e Varejo"/>
          <xsd:enumeration value="Petróleo, Gás e Biocombustíveis"/>
          <xsd:enumeration value="Produtos de Consumo"/>
          <xsd:enumeration value="Saúde"/>
          <xsd:enumeration value="Serviços e Outros"/>
          <xsd:enumeration value="Serviços Financeiros"/>
          <xsd:enumeration value="Terceiro Setor"/>
          <xsd:enumeration value="Transporte e Logística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etorMicro" ma:index="12" nillable="true" ma:displayName="Setor Micro" ma:format="Dropdown" ma:internalName="SetorMicro">
      <xsd:simpleType>
        <xsd:restriction base="dms:Choice">
          <xsd:enumeration value="Agricultura"/>
          <xsd:enumeration value="Agroindústria"/>
          <xsd:enumeration value="Agropecuária"/>
          <xsd:enumeration value="Alimentos"/>
          <xsd:enumeration value="Automotiva Geral"/>
          <xsd:enumeration value="Bancos e Mercado de Crédito"/>
          <xsd:enumeration value="Bebidas"/>
          <xsd:enumeration value="Bens Duráveis"/>
          <xsd:enumeration value="Biocombustíveis"/>
          <xsd:enumeration value="Cimento"/>
          <xsd:enumeration value="Clínicas e hospitais"/>
          <xsd:enumeration value="Construção Civil"/>
          <xsd:enumeration value="Distribuição"/>
          <xsd:enumeration value="Distribuição de Energia, Gás e Água"/>
          <xsd:enumeration value="Ecossisstema de Pagamentos"/>
          <xsd:enumeration value="EdTech"/>
          <xsd:enumeration value="Educação (Governo)"/>
          <xsd:enumeration value="Educação Geral"/>
          <xsd:enumeration value="Equipamentos e Insumos"/>
          <xsd:enumeration value="Equipamentos e Serviços"/>
          <xsd:enumeration value="Exército"/>
          <xsd:enumeration value="Exploração de Imóveis"/>
          <xsd:enumeration value="Exploração e Refino"/>
          <xsd:enumeration value="Farmacêutica"/>
          <xsd:enumeration value="Fazenda e Economia"/>
          <xsd:enumeration value="Fintech"/>
          <xsd:enumeration value="Fundos e bancos de investimento"/>
          <xsd:enumeration value="Geração e Transmissão de Energia"/>
          <xsd:enumeration value="Infraestrutura"/>
          <xsd:enumeration value="Infraestrutura, Regulação e Serviços"/>
          <xsd:enumeration value="Instituições de Interesse Profissional"/>
          <xsd:enumeration value="Justiça"/>
          <xsd:enumeration value="Locadoras de Veículos"/>
          <xsd:enumeration value="Medicina diagnóstica"/>
          <xsd:enumeration value="Metalurgia"/>
          <xsd:enumeration value="Mídia"/>
          <xsd:enumeration value="Mineração"/>
          <xsd:enumeration value="Moda"/>
          <xsd:enumeration value="Nutrição animal"/>
          <xsd:enumeration value="ONGs e Fundações"/>
          <xsd:enumeration value="Operadora de saúde"/>
          <xsd:enumeration value="Outros"/>
          <xsd:enumeration value="Outros (privado)"/>
          <xsd:enumeration value="Outros (público)"/>
          <xsd:enumeration value="Papel e celulose"/>
          <xsd:enumeration value="Previdência e Seguros"/>
          <xsd:enumeration value="Produtos de uso pessoal"/>
          <xsd:enumeration value="Química"/>
          <xsd:enumeration value="Saúde"/>
          <xsd:enumeration value="Serviços"/>
          <xsd:enumeration value="Serviços de Apoio e Armazenagem"/>
          <xsd:enumeration value="Serviços digitais"/>
          <xsd:enumeration value="Siderurgia"/>
          <xsd:enumeration value="Software"/>
          <xsd:enumeration value="Telecomunicações"/>
          <xsd:enumeration value="Trading"/>
          <xsd:enumeration value="Transporte Aéreo"/>
          <xsd:enumeration value="Transporte Ferroviário"/>
          <xsd:enumeration value="Transporte Hidroviário"/>
          <xsd:enumeration value="Transporte Rodoviário"/>
          <xsd:enumeration value="Turismo, Hotelaria e Restaurantes"/>
          <xsd:enumeration value="Varejo"/>
        </xsd:restriction>
      </xsd:simpleType>
    </xsd:element>
    <xsd:element name="Pr_x00e1_tica" ma:index="13" nillable="true" ma:displayName="Prática" ma:format="Dropdown" ma:internalName="Pr_x00e1_tica">
      <xsd:simpleType>
        <xsd:restriction base="dms:Choice">
          <xsd:enumeration value="Analytics"/>
          <xsd:enumeration value="Cultural Connection e Consumer Insights"/>
          <xsd:enumeration value="Customer Experience"/>
          <xsd:enumeration value="ESG"/>
          <xsd:enumeration value="Governo"/>
          <xsd:enumeration value="Growth"/>
          <xsd:enumeration value="Inovação e Estratégia"/>
          <xsd:enumeration value="Pessoas e Organizações"/>
          <xsd:enumeration value="Processos e Operações"/>
          <xsd:enumeration value="Produtos Digitais"/>
          <xsd:enumeration value="Technology"/>
        </xsd:restriction>
      </xsd:simpleType>
    </xsd:element>
    <xsd:element name="Material" ma:index="14" nillable="true" ma:displayName="Formato" ma:format="Dropdown" ma:internalName="Material">
      <xsd:simpleType>
        <xsd:restriction base="dms:Choice">
          <xsd:enumeration value="Template, modelo editável"/>
          <xsd:enumeration value="Book, cartilha, guia"/>
          <xsd:enumeration value="Postagens, estáticos ou artes"/>
          <xsd:enumeration value="Framework, fluxograma"/>
          <xsd:enumeration value="Apresentação (PPT)"/>
          <xsd:enumeration value="Vídeo (edição e/ou animação)"/>
          <xsd:enumeration value="One Page"/>
          <xsd:enumeration value="Landing Page"/>
          <xsd:enumeration value="Projeto de Identidade Visual"/>
          <xsd:enumeration value="Jornada, Roadmap, Mapa de operações"/>
          <xsd:enumeration value="Blueprint"/>
          <xsd:enumeration value="Design Sprint/Workshop"/>
          <xsd:enumeration value="Brindes"/>
          <xsd:enumeration value="Outros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ec8c4aff-e78b-43a2-a01a-75c913a61b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Segmento" ma:index="22" nillable="true" ma:displayName="Segmento" ma:format="Dropdown" ma:internalName="Segmento">
      <xsd:simpleType>
        <xsd:restriction base="dms:Choice">
          <xsd:enumeration value="Institucional"/>
          <xsd:enumeration value="Contas"/>
          <xsd:enumeration value="Interno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f51a1-2fb9-4415-a6c7-c4b1d9fc087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6a2eea-2cb8-4b75-8e82-15fd08355eff}" ma:internalName="TaxCatchAll" ma:showField="CatchAllData" ma:web="10ef51a1-2fb9-4415-a6c7-c4b1d9fc08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_x00e1_tica xmlns="b88e2b42-bd4a-42cb-901e-7f8f3b56afd0" xsi:nil="true"/>
    <TaxCatchAll xmlns="10ef51a1-2fb9-4415-a6c7-c4b1d9fc087b" xsi:nil="true"/>
    <SetorMicro xmlns="b88e2b42-bd4a-42cb-901e-7f8f3b56afd0" xsi:nil="true"/>
    <Material xmlns="b88e2b42-bd4a-42cb-901e-7f8f3b56afd0" xsi:nil="true"/>
    <lcf76f155ced4ddcb4097134ff3c332f xmlns="b88e2b42-bd4a-42cb-901e-7f8f3b56afd0">
      <Terms xmlns="http://schemas.microsoft.com/office/infopath/2007/PartnerControls"/>
    </lcf76f155ced4ddcb4097134ff3c332f>
    <Segmento xmlns="b88e2b42-bd4a-42cb-901e-7f8f3b56afd0" xsi:nil="true"/>
    <SetorMacro xmlns="b88e2b42-bd4a-42cb-901e-7f8f3b56afd0" xsi:nil="true"/>
  </documentManagement>
</p:properties>
</file>

<file path=customXml/itemProps1.xml><?xml version="1.0" encoding="utf-8"?>
<ds:datastoreItem xmlns:ds="http://schemas.openxmlformats.org/officeDocument/2006/customXml" ds:itemID="{F562267D-05E5-44A9-8757-07DB048135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AE9EC4-F592-4C31-9143-6DD3A8B075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8e2b42-bd4a-42cb-901e-7f8f3b56afd0"/>
    <ds:schemaRef ds:uri="10ef51a1-2fb9-4415-a6c7-c4b1d9fc08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E65EE0-FB34-40A5-AD2C-BEF695FB41BC}">
  <ds:schemaRefs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10ef51a1-2fb9-4415-a6c7-c4b1d9fc087b"/>
    <ds:schemaRef ds:uri="b88e2b42-bd4a-42cb-901e-7f8f3b56afd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TemaNovoBranding</Template>
  <TotalTime>1</TotalTime>
  <Words>558</Words>
  <Application>Microsoft Office PowerPoint</Application>
  <PresentationFormat>Widescreen</PresentationFormat>
  <Paragraphs>134</Paragraphs>
  <Slides>43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TemaNovoBranding</vt:lpstr>
      <vt:lpstr>BÁSICOS (EG2021-1)</vt:lpstr>
      <vt:lpstr>IMPACTO (EG2021-1)</vt:lpstr>
      <vt:lpstr>COLUNAS (EG2021-1)</vt:lpstr>
      <vt:lpstr>INTRODUÇÃO (EG2021-1)</vt:lpstr>
      <vt:lpstr>Tema do Office</vt:lpstr>
      <vt:lpstr>Biblioteca  de Ícones</vt:lpstr>
      <vt:lpstr>Apresentação do PowerPoint</vt:lpstr>
      <vt:lpstr>Content Edition</vt:lpstr>
      <vt:lpstr>Status</vt:lpstr>
      <vt:lpstr>Settings</vt:lpstr>
      <vt:lpstr>Login</vt:lpstr>
      <vt:lpstr>Time </vt:lpstr>
      <vt:lpstr>Emails</vt:lpstr>
      <vt:lpstr>Users  </vt:lpstr>
      <vt:lpstr>Users Actions </vt:lpstr>
      <vt:lpstr>Group Actions</vt:lpstr>
      <vt:lpstr>Messages Chat</vt:lpstr>
      <vt:lpstr>People</vt:lpstr>
      <vt:lpstr>Jobs</vt:lpstr>
      <vt:lpstr>Computer</vt:lpstr>
      <vt:lpstr>Computer Peripherals </vt:lpstr>
      <vt:lpstr>Hard Drive Memory  </vt:lpstr>
      <vt:lpstr>Phone</vt:lpstr>
      <vt:lpstr>Mobile Phone</vt:lpstr>
      <vt:lpstr>Tablets</vt:lpstr>
      <vt:lpstr>Smart Devices</vt:lpstr>
      <vt:lpstr>Video Meeting</vt:lpstr>
      <vt:lpstr>Selection Cursor</vt:lpstr>
      <vt:lpstr>Navigations</vt:lpstr>
      <vt:lpstr>Content</vt:lpstr>
      <vt:lpstr>Vote Rewards</vt:lpstr>
      <vt:lpstr>Locks</vt:lpstr>
      <vt:lpstr>Share</vt:lpstr>
      <vt:lpstr>Interface Feedback</vt:lpstr>
      <vt:lpstr>Data Transfer</vt:lpstr>
      <vt:lpstr>Cloud</vt:lpstr>
      <vt:lpstr>Synchronize</vt:lpstr>
      <vt:lpstr>Server</vt:lpstr>
      <vt:lpstr>Database</vt:lpstr>
      <vt:lpstr>Remove Add</vt:lpstr>
      <vt:lpstr>Resize Move</vt:lpstr>
      <vt:lpstr>Control</vt:lpstr>
      <vt:lpstr>Bookmark</vt:lpstr>
      <vt:lpstr>Favorite</vt:lpstr>
      <vt:lpstr>Organization</vt:lpstr>
      <vt:lpstr>Design</vt:lpstr>
      <vt:lpstr>Design Actions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Ícones</dc:title>
  <dc:creator>Gabriel Fiorilli</dc:creator>
  <cp:lastModifiedBy>João Victor Schoupinski</cp:lastModifiedBy>
  <cp:revision>4</cp:revision>
  <dcterms:created xsi:type="dcterms:W3CDTF">2021-07-29T16:29:34Z</dcterms:created>
  <dcterms:modified xsi:type="dcterms:W3CDTF">2026-05-16T21:22:24Z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0x01010043FB4E076341404C9CBF92FDCD99A0F2</vt:lpwstr>
  </property>
  <property fmtid="{D5CDD505-2E9C-101B-9397-08002B2CF9AE}" pid="3" name="MediaServiceImageTags">
    <vt:lpwstr/>
  </property>
</Properties>
</file>